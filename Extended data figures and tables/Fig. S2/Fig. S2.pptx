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51968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575" y="413174"/>
            <a:ext cx="4869439" cy="878942"/>
          </a:xfrm>
        </p:spPr>
        <p:txBody>
          <a:bodyPr anchor="b"/>
          <a:lstStyle>
            <a:lvl1pPr algn="ctr"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575" y="1326012"/>
            <a:ext cx="4869439" cy="609532"/>
          </a:xfrm>
        </p:spPr>
        <p:txBody>
          <a:bodyPr/>
          <a:lstStyle>
            <a:lvl1pPr marL="0" indent="0" algn="ctr">
              <a:buNone/>
              <a:defRPr sz="890"/>
            </a:lvl1pPr>
            <a:lvl2pPr marL="168275" indent="0" algn="ctr">
              <a:buNone/>
              <a:defRPr sz="740"/>
            </a:lvl2pPr>
            <a:lvl3pPr marL="335915" indent="0" algn="ctr">
              <a:buNone/>
              <a:defRPr sz="665"/>
            </a:lvl3pPr>
            <a:lvl4pPr marL="504825" indent="0" algn="ctr">
              <a:buNone/>
              <a:defRPr sz="590"/>
            </a:lvl4pPr>
            <a:lvl5pPr marL="673100" indent="0" algn="ctr">
              <a:buNone/>
              <a:defRPr sz="590"/>
            </a:lvl5pPr>
            <a:lvl6pPr marL="842010" indent="0" algn="ctr">
              <a:buNone/>
              <a:defRPr sz="590"/>
            </a:lvl6pPr>
            <a:lvl7pPr marL="1008380" indent="0" algn="ctr">
              <a:buNone/>
              <a:defRPr sz="590"/>
            </a:lvl7pPr>
            <a:lvl8pPr marL="1177290" indent="0" algn="ctr">
              <a:buNone/>
              <a:defRPr sz="590"/>
            </a:lvl8pPr>
            <a:lvl9pPr marL="1344930" indent="0" algn="ctr">
              <a:buNone/>
              <a:defRPr sz="5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83" y="629403"/>
            <a:ext cx="5599855" cy="1050173"/>
          </a:xfrm>
        </p:spPr>
        <p:txBody>
          <a:bodyPr anchor="b"/>
          <a:lstStyle>
            <a:lvl1pPr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2983" y="1689511"/>
            <a:ext cx="5599855" cy="552261"/>
          </a:xfrm>
        </p:spPr>
        <p:txBody>
          <a:bodyPr/>
          <a:lstStyle>
            <a:lvl1pPr marL="0" indent="0">
              <a:buNone/>
              <a:defRPr sz="890">
                <a:solidFill>
                  <a:schemeClr val="tx1">
                    <a:tint val="75000"/>
                  </a:schemeClr>
                </a:solidFill>
              </a:defRPr>
            </a:lvl1pPr>
            <a:lvl2pPr marL="16827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5915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3pPr>
            <a:lvl4pPr marL="504825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4pPr>
            <a:lvl5pPr marL="67310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5pPr>
            <a:lvl6pPr marL="84201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6pPr>
            <a:lvl7pPr marL="100838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7pPr>
            <a:lvl8pPr marL="117729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8pPr>
            <a:lvl9pPr marL="134493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65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6872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34412"/>
            <a:ext cx="5599855" cy="4879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10" y="618883"/>
            <a:ext cx="2746668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10" y="922188"/>
            <a:ext cx="2746668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6872" y="618883"/>
            <a:ext cx="2760193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6872" y="922188"/>
            <a:ext cx="2760193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>
              <a:defRPr sz="1175"/>
            </a:lvl1pPr>
            <a:lvl2pPr>
              <a:defRPr sz="1035"/>
            </a:lvl2pPr>
            <a:lvl3pPr>
              <a:defRPr sz="890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 marL="0" indent="0">
              <a:buNone/>
              <a:defRPr sz="1175"/>
            </a:lvl1pPr>
            <a:lvl2pPr marL="168275" indent="0">
              <a:buNone/>
              <a:defRPr sz="1035"/>
            </a:lvl2pPr>
            <a:lvl3pPr marL="335915" indent="0">
              <a:buNone/>
              <a:defRPr sz="890"/>
            </a:lvl3pPr>
            <a:lvl4pPr marL="504825" indent="0">
              <a:buNone/>
              <a:defRPr sz="740"/>
            </a:lvl4pPr>
            <a:lvl5pPr marL="673100" indent="0">
              <a:buNone/>
              <a:defRPr sz="740"/>
            </a:lvl5pPr>
            <a:lvl6pPr marL="842010" indent="0">
              <a:buNone/>
              <a:defRPr sz="740"/>
            </a:lvl6pPr>
            <a:lvl7pPr marL="1008380" indent="0">
              <a:buNone/>
              <a:defRPr sz="740"/>
            </a:lvl7pPr>
            <a:lvl8pPr marL="1177290" indent="0">
              <a:buNone/>
              <a:defRPr sz="740"/>
            </a:lvl8pPr>
            <a:lvl9pPr marL="1344930" indent="0">
              <a:buNone/>
              <a:defRPr sz="74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256" y="134412"/>
            <a:ext cx="1399963" cy="21395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65" y="134412"/>
            <a:ext cx="4118734" cy="21395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65" y="134412"/>
            <a:ext cx="5599855" cy="487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65" y="672064"/>
            <a:ext cx="5599855" cy="16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65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668" y="2339951"/>
            <a:ext cx="2191247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391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15" rtl="0" eaLnBrk="1" latinLnBrk="0" hangingPunct="1">
        <a:lnSpc>
          <a:spcPct val="90000"/>
        </a:lnSpc>
        <a:spcBef>
          <a:spcPct val="0"/>
        </a:spcBef>
        <a:buNone/>
        <a:defRPr sz="1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455" indent="-84455" algn="l" defTabSz="335915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1pPr>
      <a:lvl2pPr marL="25273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2pPr>
      <a:lvl3pPr marL="42037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8928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7575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92392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9283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4306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1pPr>
      <a:lvl2pPr marL="16827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3pPr>
      <a:lvl4pPr marL="50482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67310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84201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0838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17729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34493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86995" y="2248535"/>
            <a:ext cx="625411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S2.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all NHANES experiments. </a:t>
            </a:r>
            <a:endParaRPr lang="en-US" altLang="zh-CN" sz="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 descr="Appendix 8"/>
          <p:cNvPicPr>
            <a:picLocks noChangeAspect="1"/>
          </p:cNvPicPr>
          <p:nvPr/>
        </p:nvPicPr>
        <p:blipFill>
          <a:blip r:embed="rId1"/>
          <a:srcRect l="10584" t="2536" r="32183" b="1343"/>
          <a:stretch>
            <a:fillRect/>
          </a:stretch>
        </p:blipFill>
        <p:spPr>
          <a:xfrm>
            <a:off x="76748" y="170657"/>
            <a:ext cx="6307685" cy="208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112</cp:revision>
  <dcterms:created xsi:type="dcterms:W3CDTF">2023-08-09T12:44:00Z</dcterms:created>
  <dcterms:modified xsi:type="dcterms:W3CDTF">2026-03-24T13:32:20Z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2052-12.1.0.25225</vt:lpwstr>
  </property>
</Properties>
</file>
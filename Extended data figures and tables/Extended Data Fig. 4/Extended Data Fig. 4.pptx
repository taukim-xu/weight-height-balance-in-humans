
<file path=[Content_Types].xml><?xml version="1.0" encoding="utf-8"?>
<Types xmlns="http://schemas.openxmlformats.org/package/2006/content-types">
  <Default Extension="jpeg" ContentType="image/jpeg"/>
  <Default Extension="JPG" ContentType="image/.jpg"/>
  <Default Extension="emf" ContentType="image/x-e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</p:sldIdLst>
  <p:sldSz cx="6479540" cy="2699385"/>
  <p:notesSz cx="6858000" cy="9144000"/>
  <p:custDataLst>
    <p:tags r:id="rId7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33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7" Type="http://schemas.openxmlformats.org/officeDocument/2006/relationships/tags" Target="tags/tag1.xml"/><Relationship Id="rId6" Type="http://schemas.openxmlformats.org/officeDocument/2006/relationships/tableStyles" Target="tableStyles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811633" y="442743"/>
            <a:ext cx="4869785" cy="941843"/>
          </a:xfrm>
        </p:spPr>
        <p:txBody>
          <a:bodyPr anchor="b"/>
          <a:lstStyle>
            <a:lvl1pPr algn="ctr">
              <a:defRPr sz="237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811633" y="1420907"/>
            <a:ext cx="4869785" cy="653153"/>
          </a:xfrm>
        </p:spPr>
        <p:txBody>
          <a:bodyPr/>
          <a:lstStyle>
            <a:lvl1pPr marL="0" indent="0" algn="ctr">
              <a:buNone/>
              <a:defRPr sz="955"/>
            </a:lvl1pPr>
            <a:lvl2pPr marL="180340" indent="0" algn="ctr">
              <a:buNone/>
              <a:defRPr sz="795"/>
            </a:lvl2pPr>
            <a:lvl3pPr marL="360045" indent="0" algn="ctr">
              <a:buNone/>
              <a:defRPr sz="715"/>
            </a:lvl3pPr>
            <a:lvl4pPr marL="541020" indent="0" algn="ctr">
              <a:buNone/>
              <a:defRPr sz="630"/>
            </a:lvl4pPr>
            <a:lvl5pPr marL="721360" indent="0" algn="ctr">
              <a:buNone/>
              <a:defRPr sz="630"/>
            </a:lvl5pPr>
            <a:lvl6pPr marL="902335" indent="0" algn="ctr">
              <a:buNone/>
              <a:defRPr sz="630"/>
            </a:lvl6pPr>
            <a:lvl7pPr marL="1080770" indent="0" algn="ctr">
              <a:buNone/>
              <a:defRPr sz="630"/>
            </a:lvl7pPr>
            <a:lvl8pPr marL="1261745" indent="0" algn="ctr">
              <a:buNone/>
              <a:defRPr sz="630"/>
            </a:lvl8pPr>
            <a:lvl9pPr marL="1441450" indent="0" algn="ctr">
              <a:buNone/>
              <a:defRPr sz="63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43014" y="674446"/>
            <a:ext cx="5600253" cy="1125328"/>
          </a:xfrm>
        </p:spPr>
        <p:txBody>
          <a:bodyPr anchor="b"/>
          <a:lstStyle>
            <a:lvl1pPr>
              <a:defRPr sz="237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43014" y="1810420"/>
            <a:ext cx="5600253" cy="591783"/>
          </a:xfrm>
        </p:spPr>
        <p:txBody>
          <a:bodyPr/>
          <a:lstStyle>
            <a:lvl1pPr marL="0" indent="0">
              <a:buNone/>
              <a:defRPr sz="955">
                <a:solidFill>
                  <a:schemeClr val="tx1">
                    <a:tint val="75000"/>
                  </a:schemeClr>
                </a:solidFill>
              </a:defRPr>
            </a:lvl1pPr>
            <a:lvl2pPr marL="180340" indent="0">
              <a:buNone/>
              <a:defRPr sz="795">
                <a:solidFill>
                  <a:schemeClr val="tx1">
                    <a:tint val="75000"/>
                  </a:schemeClr>
                </a:solidFill>
              </a:defRPr>
            </a:lvl2pPr>
            <a:lvl3pPr marL="360045" indent="0">
              <a:buNone/>
              <a:defRPr sz="715">
                <a:solidFill>
                  <a:schemeClr val="tx1">
                    <a:tint val="75000"/>
                  </a:schemeClr>
                </a:solidFill>
              </a:defRPr>
            </a:lvl3pPr>
            <a:lvl4pPr marL="541020" indent="0">
              <a:buNone/>
              <a:defRPr sz="630">
                <a:solidFill>
                  <a:schemeClr val="tx1">
                    <a:tint val="75000"/>
                  </a:schemeClr>
                </a:solidFill>
              </a:defRPr>
            </a:lvl4pPr>
            <a:lvl5pPr marL="721360" indent="0">
              <a:buNone/>
              <a:defRPr sz="630">
                <a:solidFill>
                  <a:schemeClr val="tx1">
                    <a:tint val="75000"/>
                  </a:schemeClr>
                </a:solidFill>
              </a:defRPr>
            </a:lvl5pPr>
            <a:lvl6pPr marL="902335" indent="0">
              <a:buNone/>
              <a:defRPr sz="630">
                <a:solidFill>
                  <a:schemeClr val="tx1">
                    <a:tint val="75000"/>
                  </a:schemeClr>
                </a:solidFill>
              </a:defRPr>
            </a:lvl6pPr>
            <a:lvl7pPr marL="1080770" indent="0">
              <a:buNone/>
              <a:defRPr sz="630">
                <a:solidFill>
                  <a:schemeClr val="tx1">
                    <a:tint val="75000"/>
                  </a:schemeClr>
                </a:solidFill>
              </a:defRPr>
            </a:lvl7pPr>
            <a:lvl8pPr marL="1261745" indent="0">
              <a:buNone/>
              <a:defRPr sz="630">
                <a:solidFill>
                  <a:schemeClr val="tx1">
                    <a:tint val="75000"/>
                  </a:schemeClr>
                </a:solidFill>
              </a:defRPr>
            </a:lvl8pPr>
            <a:lvl9pPr marL="1441450" indent="0">
              <a:buNone/>
              <a:defRPr sz="63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46397" y="720160"/>
            <a:ext cx="2759546" cy="1716486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3287105" y="720160"/>
            <a:ext cx="2759546" cy="1716486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47242" y="144031"/>
            <a:ext cx="5600253" cy="522899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47242" y="663173"/>
            <a:ext cx="2746863" cy="325010"/>
          </a:xfrm>
        </p:spPr>
        <p:txBody>
          <a:bodyPr anchor="b"/>
          <a:lstStyle>
            <a:lvl1pPr marL="0" indent="0">
              <a:buNone/>
              <a:defRPr sz="955" b="1"/>
            </a:lvl1pPr>
            <a:lvl2pPr marL="180340" indent="0">
              <a:buNone/>
              <a:defRPr sz="795" b="1"/>
            </a:lvl2pPr>
            <a:lvl3pPr marL="360045" indent="0">
              <a:buNone/>
              <a:defRPr sz="715" b="1"/>
            </a:lvl3pPr>
            <a:lvl4pPr marL="541020" indent="0">
              <a:buNone/>
              <a:defRPr sz="630" b="1"/>
            </a:lvl4pPr>
            <a:lvl5pPr marL="721360" indent="0">
              <a:buNone/>
              <a:defRPr sz="630" b="1"/>
            </a:lvl5pPr>
            <a:lvl6pPr marL="902335" indent="0">
              <a:buNone/>
              <a:defRPr sz="630" b="1"/>
            </a:lvl6pPr>
            <a:lvl7pPr marL="1080770" indent="0">
              <a:buNone/>
              <a:defRPr sz="630" b="1"/>
            </a:lvl7pPr>
            <a:lvl8pPr marL="1261745" indent="0">
              <a:buNone/>
              <a:defRPr sz="630" b="1"/>
            </a:lvl8pPr>
            <a:lvl9pPr marL="1441450" indent="0">
              <a:buNone/>
              <a:defRPr sz="63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47242" y="988184"/>
            <a:ext cx="2746863" cy="1453471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3287105" y="663173"/>
            <a:ext cx="2760389" cy="325010"/>
          </a:xfrm>
        </p:spPr>
        <p:txBody>
          <a:bodyPr anchor="b"/>
          <a:lstStyle>
            <a:lvl1pPr marL="0" indent="0">
              <a:buNone/>
              <a:defRPr sz="955" b="1"/>
            </a:lvl1pPr>
            <a:lvl2pPr marL="180340" indent="0">
              <a:buNone/>
              <a:defRPr sz="795" b="1"/>
            </a:lvl2pPr>
            <a:lvl3pPr marL="360045" indent="0">
              <a:buNone/>
              <a:defRPr sz="715" b="1"/>
            </a:lvl3pPr>
            <a:lvl4pPr marL="541020" indent="0">
              <a:buNone/>
              <a:defRPr sz="630" b="1"/>
            </a:lvl4pPr>
            <a:lvl5pPr marL="721360" indent="0">
              <a:buNone/>
              <a:defRPr sz="630" b="1"/>
            </a:lvl5pPr>
            <a:lvl6pPr marL="902335" indent="0">
              <a:buNone/>
              <a:defRPr sz="630" b="1"/>
            </a:lvl6pPr>
            <a:lvl7pPr marL="1080770" indent="0">
              <a:buNone/>
              <a:defRPr sz="630" b="1"/>
            </a:lvl7pPr>
            <a:lvl8pPr marL="1261745" indent="0">
              <a:buNone/>
              <a:defRPr sz="630" b="1"/>
            </a:lvl8pPr>
            <a:lvl9pPr marL="1441450" indent="0">
              <a:buNone/>
              <a:defRPr sz="63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3287105" y="988184"/>
            <a:ext cx="2760389" cy="1453471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47242" y="180354"/>
            <a:ext cx="2094175" cy="631236"/>
          </a:xfrm>
        </p:spPr>
        <p:txBody>
          <a:bodyPr anchor="b"/>
          <a:lstStyle>
            <a:lvl1pPr>
              <a:defRPr sz="126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760389" y="389513"/>
            <a:ext cx="3287105" cy="1922513"/>
          </a:xfrm>
        </p:spPr>
        <p:txBody>
          <a:bodyPr/>
          <a:lstStyle>
            <a:lvl1pPr>
              <a:defRPr sz="1260"/>
            </a:lvl1pPr>
            <a:lvl2pPr>
              <a:defRPr sz="1110"/>
            </a:lvl2pPr>
            <a:lvl3pPr>
              <a:defRPr sz="955"/>
            </a:lvl3pPr>
            <a:lvl4pPr>
              <a:defRPr sz="795"/>
            </a:lvl4pPr>
            <a:lvl5pPr>
              <a:defRPr sz="795"/>
            </a:lvl5pPr>
            <a:lvl6pPr>
              <a:defRPr sz="795"/>
            </a:lvl6pPr>
            <a:lvl7pPr>
              <a:defRPr sz="795"/>
            </a:lvl7pPr>
            <a:lvl8pPr>
              <a:defRPr sz="795"/>
            </a:lvl8pPr>
            <a:lvl9pPr>
              <a:defRPr sz="795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47242" y="811589"/>
            <a:ext cx="2094175" cy="1503569"/>
          </a:xfrm>
        </p:spPr>
        <p:txBody>
          <a:bodyPr/>
          <a:lstStyle>
            <a:lvl1pPr marL="0" indent="0">
              <a:buNone/>
              <a:defRPr sz="630"/>
            </a:lvl1pPr>
            <a:lvl2pPr marL="180340" indent="0">
              <a:buNone/>
              <a:defRPr sz="555"/>
            </a:lvl2pPr>
            <a:lvl3pPr marL="360045" indent="0">
              <a:buNone/>
              <a:defRPr sz="470"/>
            </a:lvl3pPr>
            <a:lvl4pPr marL="541020" indent="0">
              <a:buNone/>
              <a:defRPr sz="395"/>
            </a:lvl4pPr>
            <a:lvl5pPr marL="721360" indent="0">
              <a:buNone/>
              <a:defRPr sz="395"/>
            </a:lvl5pPr>
            <a:lvl6pPr marL="902335" indent="0">
              <a:buNone/>
              <a:defRPr sz="395"/>
            </a:lvl6pPr>
            <a:lvl7pPr marL="1080770" indent="0">
              <a:buNone/>
              <a:defRPr sz="395"/>
            </a:lvl7pPr>
            <a:lvl8pPr marL="1261745" indent="0">
              <a:buNone/>
              <a:defRPr sz="395"/>
            </a:lvl8pPr>
            <a:lvl9pPr marL="1441450" indent="0">
              <a:buNone/>
              <a:defRPr sz="395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47242" y="180354"/>
            <a:ext cx="2094175" cy="631236"/>
          </a:xfrm>
        </p:spPr>
        <p:txBody>
          <a:bodyPr anchor="b"/>
          <a:lstStyle>
            <a:lvl1pPr>
              <a:defRPr sz="126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760389" y="389513"/>
            <a:ext cx="3287105" cy="1922513"/>
          </a:xfrm>
        </p:spPr>
        <p:txBody>
          <a:bodyPr/>
          <a:lstStyle>
            <a:lvl1pPr marL="0" indent="0">
              <a:buNone/>
              <a:defRPr sz="1260"/>
            </a:lvl1pPr>
            <a:lvl2pPr marL="180340" indent="0">
              <a:buNone/>
              <a:defRPr sz="1110"/>
            </a:lvl2pPr>
            <a:lvl3pPr marL="360045" indent="0">
              <a:buNone/>
              <a:defRPr sz="955"/>
            </a:lvl3pPr>
            <a:lvl4pPr marL="541020" indent="0">
              <a:buNone/>
              <a:defRPr sz="795"/>
            </a:lvl4pPr>
            <a:lvl5pPr marL="721360" indent="0">
              <a:buNone/>
              <a:defRPr sz="795"/>
            </a:lvl5pPr>
            <a:lvl6pPr marL="902335" indent="0">
              <a:buNone/>
              <a:defRPr sz="795"/>
            </a:lvl6pPr>
            <a:lvl7pPr marL="1080770" indent="0">
              <a:buNone/>
              <a:defRPr sz="795"/>
            </a:lvl7pPr>
            <a:lvl8pPr marL="1261745" indent="0">
              <a:buNone/>
              <a:defRPr sz="795"/>
            </a:lvl8pPr>
            <a:lvl9pPr marL="1441450" indent="0">
              <a:buNone/>
              <a:defRPr sz="795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47242" y="811589"/>
            <a:ext cx="2094175" cy="1503569"/>
          </a:xfrm>
        </p:spPr>
        <p:txBody>
          <a:bodyPr/>
          <a:lstStyle>
            <a:lvl1pPr marL="0" indent="0">
              <a:buNone/>
              <a:defRPr sz="630"/>
            </a:lvl1pPr>
            <a:lvl2pPr marL="180340" indent="0">
              <a:buNone/>
              <a:defRPr sz="555"/>
            </a:lvl2pPr>
            <a:lvl3pPr marL="360045" indent="0">
              <a:buNone/>
              <a:defRPr sz="470"/>
            </a:lvl3pPr>
            <a:lvl4pPr marL="541020" indent="0">
              <a:buNone/>
              <a:defRPr sz="395"/>
            </a:lvl4pPr>
            <a:lvl5pPr marL="721360" indent="0">
              <a:buNone/>
              <a:defRPr sz="395"/>
            </a:lvl5pPr>
            <a:lvl6pPr marL="902335" indent="0">
              <a:buNone/>
              <a:defRPr sz="395"/>
            </a:lvl6pPr>
            <a:lvl7pPr marL="1080770" indent="0">
              <a:buNone/>
              <a:defRPr sz="395"/>
            </a:lvl7pPr>
            <a:lvl8pPr marL="1261745" indent="0">
              <a:buNone/>
              <a:defRPr sz="395"/>
            </a:lvl8pPr>
            <a:lvl9pPr marL="1441450" indent="0">
              <a:buNone/>
              <a:defRPr sz="395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4646586" y="144031"/>
            <a:ext cx="1400062" cy="2292613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46397" y="144031"/>
            <a:ext cx="4119026" cy="2292613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46397" y="144031"/>
            <a:ext cx="5600253" cy="52289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46397" y="720160"/>
            <a:ext cx="5600253" cy="171648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46397" y="2507409"/>
            <a:ext cx="1460934" cy="14403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47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2150821" y="2507409"/>
            <a:ext cx="2191403" cy="14403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47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4585717" y="2507409"/>
            <a:ext cx="1460934" cy="14403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47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360045" rtl="0" eaLnBrk="1" latinLnBrk="0" hangingPunct="1">
        <a:lnSpc>
          <a:spcPct val="90000"/>
        </a:lnSpc>
        <a:spcBef>
          <a:spcPct val="0"/>
        </a:spcBef>
        <a:buNone/>
        <a:defRPr sz="174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90805" indent="-90805" algn="l" defTabSz="360045" rtl="0" eaLnBrk="1" latinLnBrk="0" hangingPunct="1">
        <a:lnSpc>
          <a:spcPct val="90000"/>
        </a:lnSpc>
        <a:spcBef>
          <a:spcPts val="385"/>
        </a:spcBef>
        <a:buFont typeface="Arial" panose="020B0604020202020204" pitchFamily="34" charset="0"/>
        <a:buChar char="•"/>
        <a:defRPr sz="1110" kern="1200">
          <a:solidFill>
            <a:schemeClr val="tx1"/>
          </a:solidFill>
          <a:latin typeface="+mn-lt"/>
          <a:ea typeface="+mn-ea"/>
          <a:cs typeface="+mn-cs"/>
        </a:defRPr>
      </a:lvl1pPr>
      <a:lvl2pPr marL="270510" indent="-90805" algn="l" defTabSz="360045" rtl="0" eaLnBrk="1" latinLnBrk="0" hangingPunct="1">
        <a:lnSpc>
          <a:spcPct val="90000"/>
        </a:lnSpc>
        <a:spcBef>
          <a:spcPts val="190"/>
        </a:spcBef>
        <a:buFont typeface="Arial" panose="020B0604020202020204" pitchFamily="34" charset="0"/>
        <a:buChar char="•"/>
        <a:defRPr sz="955" kern="1200">
          <a:solidFill>
            <a:schemeClr val="tx1"/>
          </a:solidFill>
          <a:latin typeface="+mn-lt"/>
          <a:ea typeface="+mn-ea"/>
          <a:cs typeface="+mn-cs"/>
        </a:defRPr>
      </a:lvl2pPr>
      <a:lvl3pPr marL="450215" indent="-90805" algn="l" defTabSz="360045" rtl="0" eaLnBrk="1" latinLnBrk="0" hangingPunct="1">
        <a:lnSpc>
          <a:spcPct val="90000"/>
        </a:lnSpc>
        <a:spcBef>
          <a:spcPts val="190"/>
        </a:spcBef>
        <a:buFont typeface="Arial" panose="020B0604020202020204" pitchFamily="34" charset="0"/>
        <a:buChar char="•"/>
        <a:defRPr sz="795" kern="1200">
          <a:solidFill>
            <a:schemeClr val="tx1"/>
          </a:solidFill>
          <a:latin typeface="+mn-lt"/>
          <a:ea typeface="+mn-ea"/>
          <a:cs typeface="+mn-cs"/>
        </a:defRPr>
      </a:lvl3pPr>
      <a:lvl4pPr marL="631190" indent="-90805" algn="l" defTabSz="360045" rtl="0" eaLnBrk="1" latinLnBrk="0" hangingPunct="1">
        <a:lnSpc>
          <a:spcPct val="90000"/>
        </a:lnSpc>
        <a:spcBef>
          <a:spcPts val="190"/>
        </a:spcBef>
        <a:buFont typeface="Arial" panose="020B0604020202020204" pitchFamily="34" charset="0"/>
        <a:buChar char="•"/>
        <a:defRPr sz="715" kern="1200">
          <a:solidFill>
            <a:schemeClr val="tx1"/>
          </a:solidFill>
          <a:latin typeface="+mn-lt"/>
          <a:ea typeface="+mn-ea"/>
          <a:cs typeface="+mn-cs"/>
        </a:defRPr>
      </a:lvl4pPr>
      <a:lvl5pPr marL="811530" indent="-90805" algn="l" defTabSz="360045" rtl="0" eaLnBrk="1" latinLnBrk="0" hangingPunct="1">
        <a:lnSpc>
          <a:spcPct val="90000"/>
        </a:lnSpc>
        <a:spcBef>
          <a:spcPts val="190"/>
        </a:spcBef>
        <a:buFont typeface="Arial" panose="020B0604020202020204" pitchFamily="34" charset="0"/>
        <a:buChar char="•"/>
        <a:defRPr sz="715" kern="1200">
          <a:solidFill>
            <a:schemeClr val="tx1"/>
          </a:solidFill>
          <a:latin typeface="+mn-lt"/>
          <a:ea typeface="+mn-ea"/>
          <a:cs typeface="+mn-cs"/>
        </a:defRPr>
      </a:lvl5pPr>
      <a:lvl6pPr marL="989965" indent="-90805" algn="l" defTabSz="360045" rtl="0" eaLnBrk="1" latinLnBrk="0" hangingPunct="1">
        <a:lnSpc>
          <a:spcPct val="90000"/>
        </a:lnSpc>
        <a:spcBef>
          <a:spcPts val="190"/>
        </a:spcBef>
        <a:buFont typeface="Arial" panose="020B0604020202020204" pitchFamily="34" charset="0"/>
        <a:buChar char="•"/>
        <a:defRPr sz="715" kern="1200">
          <a:solidFill>
            <a:schemeClr val="tx1"/>
          </a:solidFill>
          <a:latin typeface="+mn-lt"/>
          <a:ea typeface="+mn-ea"/>
          <a:cs typeface="+mn-cs"/>
        </a:defRPr>
      </a:lvl6pPr>
      <a:lvl7pPr marL="1170940" indent="-90805" algn="l" defTabSz="360045" rtl="0" eaLnBrk="1" latinLnBrk="0" hangingPunct="1">
        <a:lnSpc>
          <a:spcPct val="90000"/>
        </a:lnSpc>
        <a:spcBef>
          <a:spcPts val="190"/>
        </a:spcBef>
        <a:buFont typeface="Arial" panose="020B0604020202020204" pitchFamily="34" charset="0"/>
        <a:buChar char="•"/>
        <a:defRPr sz="715" kern="1200">
          <a:solidFill>
            <a:schemeClr val="tx1"/>
          </a:solidFill>
          <a:latin typeface="+mn-lt"/>
          <a:ea typeface="+mn-ea"/>
          <a:cs typeface="+mn-cs"/>
        </a:defRPr>
      </a:lvl7pPr>
      <a:lvl8pPr marL="1351915" indent="-90805" algn="l" defTabSz="360045" rtl="0" eaLnBrk="1" latinLnBrk="0" hangingPunct="1">
        <a:lnSpc>
          <a:spcPct val="90000"/>
        </a:lnSpc>
        <a:spcBef>
          <a:spcPts val="190"/>
        </a:spcBef>
        <a:buFont typeface="Arial" panose="020B0604020202020204" pitchFamily="34" charset="0"/>
        <a:buChar char="•"/>
        <a:defRPr sz="715" kern="1200">
          <a:solidFill>
            <a:schemeClr val="tx1"/>
          </a:solidFill>
          <a:latin typeface="+mn-lt"/>
          <a:ea typeface="+mn-ea"/>
          <a:cs typeface="+mn-cs"/>
        </a:defRPr>
      </a:lvl8pPr>
      <a:lvl9pPr marL="1532890" indent="-90805" algn="l" defTabSz="360045" rtl="0" eaLnBrk="1" latinLnBrk="0" hangingPunct="1">
        <a:lnSpc>
          <a:spcPct val="90000"/>
        </a:lnSpc>
        <a:spcBef>
          <a:spcPts val="190"/>
        </a:spcBef>
        <a:buFont typeface="Arial" panose="020B0604020202020204" pitchFamily="34" charset="0"/>
        <a:buChar char="•"/>
        <a:defRPr sz="71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360045" rtl="0" eaLnBrk="1" latinLnBrk="0" hangingPunct="1">
        <a:defRPr sz="715" kern="1200">
          <a:solidFill>
            <a:schemeClr val="tx1"/>
          </a:solidFill>
          <a:latin typeface="+mn-lt"/>
          <a:ea typeface="+mn-ea"/>
          <a:cs typeface="+mn-cs"/>
        </a:defRPr>
      </a:lvl1pPr>
      <a:lvl2pPr marL="180340" algn="l" defTabSz="360045" rtl="0" eaLnBrk="1" latinLnBrk="0" hangingPunct="1">
        <a:defRPr sz="715" kern="1200">
          <a:solidFill>
            <a:schemeClr val="tx1"/>
          </a:solidFill>
          <a:latin typeface="+mn-lt"/>
          <a:ea typeface="+mn-ea"/>
          <a:cs typeface="+mn-cs"/>
        </a:defRPr>
      </a:lvl2pPr>
      <a:lvl3pPr marL="360045" algn="l" defTabSz="360045" rtl="0" eaLnBrk="1" latinLnBrk="0" hangingPunct="1">
        <a:defRPr sz="715" kern="1200">
          <a:solidFill>
            <a:schemeClr val="tx1"/>
          </a:solidFill>
          <a:latin typeface="+mn-lt"/>
          <a:ea typeface="+mn-ea"/>
          <a:cs typeface="+mn-cs"/>
        </a:defRPr>
      </a:lvl3pPr>
      <a:lvl4pPr marL="541020" algn="l" defTabSz="360045" rtl="0" eaLnBrk="1" latinLnBrk="0" hangingPunct="1">
        <a:defRPr sz="715" kern="1200">
          <a:solidFill>
            <a:schemeClr val="tx1"/>
          </a:solidFill>
          <a:latin typeface="+mn-lt"/>
          <a:ea typeface="+mn-ea"/>
          <a:cs typeface="+mn-cs"/>
        </a:defRPr>
      </a:lvl4pPr>
      <a:lvl5pPr marL="721360" algn="l" defTabSz="360045" rtl="0" eaLnBrk="1" latinLnBrk="0" hangingPunct="1">
        <a:defRPr sz="715" kern="1200">
          <a:solidFill>
            <a:schemeClr val="tx1"/>
          </a:solidFill>
          <a:latin typeface="+mn-lt"/>
          <a:ea typeface="+mn-ea"/>
          <a:cs typeface="+mn-cs"/>
        </a:defRPr>
      </a:lvl5pPr>
      <a:lvl6pPr marL="902335" algn="l" defTabSz="360045" rtl="0" eaLnBrk="1" latinLnBrk="0" hangingPunct="1">
        <a:defRPr sz="715" kern="1200">
          <a:solidFill>
            <a:schemeClr val="tx1"/>
          </a:solidFill>
          <a:latin typeface="+mn-lt"/>
          <a:ea typeface="+mn-ea"/>
          <a:cs typeface="+mn-cs"/>
        </a:defRPr>
      </a:lvl6pPr>
      <a:lvl7pPr marL="1080770" algn="l" defTabSz="360045" rtl="0" eaLnBrk="1" latinLnBrk="0" hangingPunct="1">
        <a:defRPr sz="715" kern="1200">
          <a:solidFill>
            <a:schemeClr val="tx1"/>
          </a:solidFill>
          <a:latin typeface="+mn-lt"/>
          <a:ea typeface="+mn-ea"/>
          <a:cs typeface="+mn-cs"/>
        </a:defRPr>
      </a:lvl7pPr>
      <a:lvl8pPr marL="1261745" algn="l" defTabSz="360045" rtl="0" eaLnBrk="1" latinLnBrk="0" hangingPunct="1">
        <a:defRPr sz="715" kern="1200">
          <a:solidFill>
            <a:schemeClr val="tx1"/>
          </a:solidFill>
          <a:latin typeface="+mn-lt"/>
          <a:ea typeface="+mn-ea"/>
          <a:cs typeface="+mn-cs"/>
        </a:defRPr>
      </a:lvl8pPr>
      <a:lvl9pPr marL="1441450" algn="l" defTabSz="360045" rtl="0" eaLnBrk="1" latinLnBrk="0" hangingPunct="1">
        <a:defRPr sz="71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5" name="文本框 14"/>
          <p:cNvSpPr txBox="1"/>
          <p:nvPr/>
        </p:nvSpPr>
        <p:spPr>
          <a:xfrm>
            <a:off x="80651" y="67845"/>
            <a:ext cx="6234873" cy="42989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/>
            <a:r>
              <a:rPr lang="en-US" altLang="zh-CN" sz="1100">
                <a:latin typeface="Times New Roman" panose="02020603050405020304" charset="0"/>
                <a:cs typeface="Times New Roman" panose="02020603050405020304" charset="0"/>
                <a:sym typeface="+mn-ea"/>
              </a:rPr>
              <a:t>Taukim Xu, et.al. Extended Data Fig. 4. Raw </a:t>
            </a:r>
            <a:r>
              <a:rPr lang="en-US" altLang="zh-CN" sz="1100">
                <a:latin typeface="Times New Roman" panose="02020603050405020304" charset="0"/>
                <a:cs typeface="Times New Roman" panose="02020603050405020304" charset="0"/>
                <a:sym typeface="+mn-ea"/>
              </a:rPr>
              <a:t>data of linear correlation coefficient between weight and weight</a:t>
            </a:r>
            <a:r>
              <a:rPr lang="en-US" altLang="en-US" sz="1100">
                <a:latin typeface="Times New Roman" panose="02020603050405020304" charset="0"/>
                <a:cs typeface="Times New Roman" panose="02020603050405020304" charset="0"/>
                <a:sym typeface="+mn-ea"/>
              </a:rPr>
              <a:t>×</a:t>
            </a:r>
            <a:r>
              <a:rPr lang="en-US" altLang="zh-CN" sz="1100">
                <a:latin typeface="Times New Roman" panose="02020603050405020304" charset="0"/>
                <a:cs typeface="Times New Roman" panose="02020603050405020304" charset="0"/>
                <a:sym typeface="+mn-ea"/>
              </a:rPr>
              <a:t>height for all Asian countries. </a:t>
            </a:r>
            <a:endParaRPr lang="en-US" altLang="zh-CN" sz="1100"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  <p:pic>
        <p:nvPicPr>
          <p:cNvPr id="3" name="图片 2" descr="Appendix 9"/>
          <p:cNvPicPr>
            <a:picLocks noChangeAspect="1"/>
          </p:cNvPicPr>
          <p:nvPr/>
        </p:nvPicPr>
        <p:blipFill>
          <a:blip r:embed="rId1"/>
          <a:srcRect l="10545" t="3625" r="34869" b="580"/>
          <a:stretch>
            <a:fillRect/>
          </a:stretch>
        </p:blipFill>
        <p:spPr>
          <a:xfrm>
            <a:off x="305846" y="568885"/>
            <a:ext cx="5868308" cy="2088148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p="http://schemas.openxmlformats.org/presentationml/2006/main">
  <p:tag name="commondata" val="eyJoZGlkIjoiMWU4NTYwNDRjODQ2YTFjZWMxNzg1ZTdjYzJmZWI4OGQifQ==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141</Words>
  <Application>WPS 演示</Application>
  <PresentationFormat>宽屏</PresentationFormat>
  <Paragraphs>2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9" baseType="lpstr">
      <vt:lpstr>Arial</vt:lpstr>
      <vt:lpstr>宋体</vt:lpstr>
      <vt:lpstr>Wingdings</vt:lpstr>
      <vt:lpstr>Times New Roman</vt:lpstr>
      <vt:lpstr>微软雅黑</vt:lpstr>
      <vt:lpstr>Arial Unicode MS</vt:lpstr>
      <vt:lpstr>Calibri</vt:lpstr>
      <vt:lpstr>WPS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taojin xu</dc:creator>
  <cp:lastModifiedBy>Taukim Xu-じょ　とうきん</cp:lastModifiedBy>
  <cp:revision>101</cp:revision>
  <dcterms:created xsi:type="dcterms:W3CDTF">2023-08-09T12:44:00Z</dcterms:created>
  <dcterms:modified xsi:type="dcterms:W3CDTF">2025-12-26T13:46:05Z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3B0086CAF875411CACBDA13AB9801EF4_13</vt:lpwstr>
  </property>
  <property fmtid="{D5CDD505-2E9C-101B-9397-08002B2CF9AE}" pid="3" name="KSOProductBuildVer">
    <vt:lpwstr>2052-12.1.0.24034</vt:lpwstr>
  </property>
</Properties>
</file>
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69938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633" y="442743"/>
            <a:ext cx="4869785" cy="941843"/>
          </a:xfrm>
        </p:spPr>
        <p:txBody>
          <a:bodyPr anchor="b"/>
          <a:lstStyle>
            <a:lvl1pPr algn="ctr">
              <a:defRPr sz="23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633" y="1420907"/>
            <a:ext cx="4869785" cy="653153"/>
          </a:xfrm>
        </p:spPr>
        <p:txBody>
          <a:bodyPr/>
          <a:lstStyle>
            <a:lvl1pPr marL="0" indent="0" algn="ctr">
              <a:buNone/>
              <a:defRPr sz="955"/>
            </a:lvl1pPr>
            <a:lvl2pPr marL="180340" indent="0" algn="ctr">
              <a:buNone/>
              <a:defRPr sz="795"/>
            </a:lvl2pPr>
            <a:lvl3pPr marL="360045" indent="0" algn="ctr">
              <a:buNone/>
              <a:defRPr sz="715"/>
            </a:lvl3pPr>
            <a:lvl4pPr marL="541020" indent="0" algn="ctr">
              <a:buNone/>
              <a:defRPr sz="630"/>
            </a:lvl4pPr>
            <a:lvl5pPr marL="721360" indent="0" algn="ctr">
              <a:buNone/>
              <a:defRPr sz="630"/>
            </a:lvl5pPr>
            <a:lvl6pPr marL="902335" indent="0" algn="ctr">
              <a:buNone/>
              <a:defRPr sz="630"/>
            </a:lvl6pPr>
            <a:lvl7pPr marL="1080770" indent="0" algn="ctr">
              <a:buNone/>
              <a:defRPr sz="630"/>
            </a:lvl7pPr>
            <a:lvl8pPr marL="1261745" indent="0" algn="ctr">
              <a:buNone/>
              <a:defRPr sz="630"/>
            </a:lvl8pPr>
            <a:lvl9pPr marL="1441450" indent="0" algn="ctr">
              <a:buNone/>
              <a:defRPr sz="63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3014" y="674446"/>
            <a:ext cx="5600253" cy="1125328"/>
          </a:xfrm>
        </p:spPr>
        <p:txBody>
          <a:bodyPr anchor="b"/>
          <a:lstStyle>
            <a:lvl1pPr>
              <a:defRPr sz="23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3014" y="1810420"/>
            <a:ext cx="5600253" cy="591783"/>
          </a:xfrm>
        </p:spPr>
        <p:txBody>
          <a:bodyPr/>
          <a:lstStyle>
            <a:lvl1pPr marL="0" indent="0">
              <a:buNone/>
              <a:defRPr sz="955">
                <a:solidFill>
                  <a:schemeClr val="tx1">
                    <a:tint val="75000"/>
                  </a:schemeClr>
                </a:solidFill>
              </a:defRPr>
            </a:lvl1pPr>
            <a:lvl2pPr marL="180340" indent="0">
              <a:buNone/>
              <a:defRPr sz="795">
                <a:solidFill>
                  <a:schemeClr val="tx1">
                    <a:tint val="75000"/>
                  </a:schemeClr>
                </a:solidFill>
              </a:defRPr>
            </a:lvl2pPr>
            <a:lvl3pPr marL="360045" indent="0">
              <a:buNone/>
              <a:defRPr sz="715">
                <a:solidFill>
                  <a:schemeClr val="tx1">
                    <a:tint val="75000"/>
                  </a:schemeClr>
                </a:solidFill>
              </a:defRPr>
            </a:lvl3pPr>
            <a:lvl4pPr marL="54102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136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233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77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174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145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97" y="720160"/>
            <a:ext cx="2759546" cy="171648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7105" y="720160"/>
            <a:ext cx="2759546" cy="171648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42" y="144031"/>
            <a:ext cx="5600253" cy="5228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42" y="663173"/>
            <a:ext cx="2746863" cy="325010"/>
          </a:xfrm>
        </p:spPr>
        <p:txBody>
          <a:bodyPr anchor="b"/>
          <a:lstStyle>
            <a:lvl1pPr marL="0" indent="0">
              <a:buNone/>
              <a:defRPr sz="955" b="1"/>
            </a:lvl1pPr>
            <a:lvl2pPr marL="180340" indent="0">
              <a:buNone/>
              <a:defRPr sz="795" b="1"/>
            </a:lvl2pPr>
            <a:lvl3pPr marL="360045" indent="0">
              <a:buNone/>
              <a:defRPr sz="715" b="1"/>
            </a:lvl3pPr>
            <a:lvl4pPr marL="541020" indent="0">
              <a:buNone/>
              <a:defRPr sz="630" b="1"/>
            </a:lvl4pPr>
            <a:lvl5pPr marL="721360" indent="0">
              <a:buNone/>
              <a:defRPr sz="630" b="1"/>
            </a:lvl5pPr>
            <a:lvl6pPr marL="902335" indent="0">
              <a:buNone/>
              <a:defRPr sz="630" b="1"/>
            </a:lvl6pPr>
            <a:lvl7pPr marL="1080770" indent="0">
              <a:buNone/>
              <a:defRPr sz="630" b="1"/>
            </a:lvl7pPr>
            <a:lvl8pPr marL="1261745" indent="0">
              <a:buNone/>
              <a:defRPr sz="630" b="1"/>
            </a:lvl8pPr>
            <a:lvl9pPr marL="1441450" indent="0">
              <a:buNone/>
              <a:defRPr sz="6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42" y="988184"/>
            <a:ext cx="2746863" cy="145347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7105" y="663173"/>
            <a:ext cx="2760389" cy="325010"/>
          </a:xfrm>
        </p:spPr>
        <p:txBody>
          <a:bodyPr anchor="b"/>
          <a:lstStyle>
            <a:lvl1pPr marL="0" indent="0">
              <a:buNone/>
              <a:defRPr sz="955" b="1"/>
            </a:lvl1pPr>
            <a:lvl2pPr marL="180340" indent="0">
              <a:buNone/>
              <a:defRPr sz="795" b="1"/>
            </a:lvl2pPr>
            <a:lvl3pPr marL="360045" indent="0">
              <a:buNone/>
              <a:defRPr sz="715" b="1"/>
            </a:lvl3pPr>
            <a:lvl4pPr marL="541020" indent="0">
              <a:buNone/>
              <a:defRPr sz="630" b="1"/>
            </a:lvl4pPr>
            <a:lvl5pPr marL="721360" indent="0">
              <a:buNone/>
              <a:defRPr sz="630" b="1"/>
            </a:lvl5pPr>
            <a:lvl6pPr marL="902335" indent="0">
              <a:buNone/>
              <a:defRPr sz="630" b="1"/>
            </a:lvl6pPr>
            <a:lvl7pPr marL="1080770" indent="0">
              <a:buNone/>
              <a:defRPr sz="630" b="1"/>
            </a:lvl7pPr>
            <a:lvl8pPr marL="1261745" indent="0">
              <a:buNone/>
              <a:defRPr sz="630" b="1"/>
            </a:lvl8pPr>
            <a:lvl9pPr marL="1441450" indent="0">
              <a:buNone/>
              <a:defRPr sz="6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7105" y="988184"/>
            <a:ext cx="2760389" cy="145347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42" y="180354"/>
            <a:ext cx="2094175" cy="6312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389" y="389513"/>
            <a:ext cx="3287105" cy="1922513"/>
          </a:xfrm>
        </p:spPr>
        <p:txBody>
          <a:bodyPr/>
          <a:lstStyle>
            <a:lvl1pPr>
              <a:defRPr sz="1260"/>
            </a:lvl1pPr>
            <a:lvl2pPr>
              <a:defRPr sz="1110"/>
            </a:lvl2pPr>
            <a:lvl3pPr>
              <a:defRPr sz="955"/>
            </a:lvl3pPr>
            <a:lvl4pPr>
              <a:defRPr sz="795"/>
            </a:lvl4pPr>
            <a:lvl5pPr>
              <a:defRPr sz="795"/>
            </a:lvl5pPr>
            <a:lvl6pPr>
              <a:defRPr sz="795"/>
            </a:lvl6pPr>
            <a:lvl7pPr>
              <a:defRPr sz="795"/>
            </a:lvl7pPr>
            <a:lvl8pPr>
              <a:defRPr sz="795"/>
            </a:lvl8pPr>
            <a:lvl9pPr>
              <a:defRPr sz="7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42" y="811589"/>
            <a:ext cx="2094175" cy="1503569"/>
          </a:xfrm>
        </p:spPr>
        <p:txBody>
          <a:bodyPr/>
          <a:lstStyle>
            <a:lvl1pPr marL="0" indent="0">
              <a:buNone/>
              <a:defRPr sz="630"/>
            </a:lvl1pPr>
            <a:lvl2pPr marL="180340" indent="0">
              <a:buNone/>
              <a:defRPr sz="555"/>
            </a:lvl2pPr>
            <a:lvl3pPr marL="360045" indent="0">
              <a:buNone/>
              <a:defRPr sz="470"/>
            </a:lvl3pPr>
            <a:lvl4pPr marL="541020" indent="0">
              <a:buNone/>
              <a:defRPr sz="395"/>
            </a:lvl4pPr>
            <a:lvl5pPr marL="721360" indent="0">
              <a:buNone/>
              <a:defRPr sz="395"/>
            </a:lvl5pPr>
            <a:lvl6pPr marL="902335" indent="0">
              <a:buNone/>
              <a:defRPr sz="395"/>
            </a:lvl6pPr>
            <a:lvl7pPr marL="1080770" indent="0">
              <a:buNone/>
              <a:defRPr sz="395"/>
            </a:lvl7pPr>
            <a:lvl8pPr marL="1261745" indent="0">
              <a:buNone/>
              <a:defRPr sz="395"/>
            </a:lvl8pPr>
            <a:lvl9pPr marL="1441450" indent="0">
              <a:buNone/>
              <a:defRPr sz="3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42" y="180354"/>
            <a:ext cx="2094175" cy="6312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389" y="389513"/>
            <a:ext cx="3287105" cy="1922513"/>
          </a:xfrm>
        </p:spPr>
        <p:txBody>
          <a:bodyPr/>
          <a:lstStyle>
            <a:lvl1pPr marL="0" indent="0">
              <a:buNone/>
              <a:defRPr sz="1260"/>
            </a:lvl1pPr>
            <a:lvl2pPr marL="180340" indent="0">
              <a:buNone/>
              <a:defRPr sz="1110"/>
            </a:lvl2pPr>
            <a:lvl3pPr marL="360045" indent="0">
              <a:buNone/>
              <a:defRPr sz="955"/>
            </a:lvl3pPr>
            <a:lvl4pPr marL="541020" indent="0">
              <a:buNone/>
              <a:defRPr sz="795"/>
            </a:lvl4pPr>
            <a:lvl5pPr marL="721360" indent="0">
              <a:buNone/>
              <a:defRPr sz="795"/>
            </a:lvl5pPr>
            <a:lvl6pPr marL="902335" indent="0">
              <a:buNone/>
              <a:defRPr sz="795"/>
            </a:lvl6pPr>
            <a:lvl7pPr marL="1080770" indent="0">
              <a:buNone/>
              <a:defRPr sz="795"/>
            </a:lvl7pPr>
            <a:lvl8pPr marL="1261745" indent="0">
              <a:buNone/>
              <a:defRPr sz="795"/>
            </a:lvl8pPr>
            <a:lvl9pPr marL="1441450" indent="0">
              <a:buNone/>
              <a:defRPr sz="79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42" y="811589"/>
            <a:ext cx="2094175" cy="1503569"/>
          </a:xfrm>
        </p:spPr>
        <p:txBody>
          <a:bodyPr/>
          <a:lstStyle>
            <a:lvl1pPr marL="0" indent="0">
              <a:buNone/>
              <a:defRPr sz="630"/>
            </a:lvl1pPr>
            <a:lvl2pPr marL="180340" indent="0">
              <a:buNone/>
              <a:defRPr sz="555"/>
            </a:lvl2pPr>
            <a:lvl3pPr marL="360045" indent="0">
              <a:buNone/>
              <a:defRPr sz="470"/>
            </a:lvl3pPr>
            <a:lvl4pPr marL="541020" indent="0">
              <a:buNone/>
              <a:defRPr sz="395"/>
            </a:lvl4pPr>
            <a:lvl5pPr marL="721360" indent="0">
              <a:buNone/>
              <a:defRPr sz="395"/>
            </a:lvl5pPr>
            <a:lvl6pPr marL="902335" indent="0">
              <a:buNone/>
              <a:defRPr sz="395"/>
            </a:lvl6pPr>
            <a:lvl7pPr marL="1080770" indent="0">
              <a:buNone/>
              <a:defRPr sz="395"/>
            </a:lvl7pPr>
            <a:lvl8pPr marL="1261745" indent="0">
              <a:buNone/>
              <a:defRPr sz="395"/>
            </a:lvl8pPr>
            <a:lvl9pPr marL="1441450" indent="0">
              <a:buNone/>
              <a:defRPr sz="3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586" y="144031"/>
            <a:ext cx="1400062" cy="22926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97" y="144031"/>
            <a:ext cx="4119026" cy="22926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97" y="144031"/>
            <a:ext cx="5600253" cy="522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97" y="720160"/>
            <a:ext cx="5600253" cy="1716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97" y="2507409"/>
            <a:ext cx="1460934" cy="144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821" y="2507409"/>
            <a:ext cx="2191403" cy="144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717" y="2507409"/>
            <a:ext cx="1460934" cy="144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60045" rtl="0" eaLnBrk="1" latinLnBrk="0" hangingPunct="1">
        <a:lnSpc>
          <a:spcPct val="90000"/>
        </a:lnSpc>
        <a:spcBef>
          <a:spcPct val="0"/>
        </a:spcBef>
        <a:buNone/>
        <a:defRPr sz="1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805" indent="-90805" algn="l" defTabSz="360045" rtl="0" eaLnBrk="1" latinLnBrk="0" hangingPunct="1">
        <a:lnSpc>
          <a:spcPct val="90000"/>
        </a:lnSpc>
        <a:spcBef>
          <a:spcPts val="385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1pPr>
      <a:lvl2pPr marL="27051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955" kern="1200">
          <a:solidFill>
            <a:schemeClr val="tx1"/>
          </a:solidFill>
          <a:latin typeface="+mn-lt"/>
          <a:ea typeface="+mn-ea"/>
          <a:cs typeface="+mn-cs"/>
        </a:defRPr>
      </a:lvl2pPr>
      <a:lvl3pPr marL="450215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95" kern="1200">
          <a:solidFill>
            <a:schemeClr val="tx1"/>
          </a:solidFill>
          <a:latin typeface="+mn-lt"/>
          <a:ea typeface="+mn-ea"/>
          <a:cs typeface="+mn-cs"/>
        </a:defRPr>
      </a:lvl3pPr>
      <a:lvl4pPr marL="63119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4pPr>
      <a:lvl5pPr marL="81153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5pPr>
      <a:lvl6pPr marL="989965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6pPr>
      <a:lvl7pPr marL="117094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7pPr>
      <a:lvl8pPr marL="1351915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8pPr>
      <a:lvl9pPr marL="153289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1pPr>
      <a:lvl2pPr marL="18034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3pPr>
      <a:lvl4pPr marL="54102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4pPr>
      <a:lvl5pPr marL="72136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5pPr>
      <a:lvl6pPr marL="90233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6pPr>
      <a:lvl7pPr marL="108077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8pPr>
      <a:lvl9pPr marL="144145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1286" y="2374165"/>
            <a:ext cx="6234873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9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S3. </a:t>
            </a:r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all Asian countries. 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 descr="Appendix 9"/>
          <p:cNvPicPr>
            <a:picLocks noChangeAspect="1"/>
          </p:cNvPicPr>
          <p:nvPr/>
        </p:nvPicPr>
        <p:blipFill>
          <a:blip r:embed="rId1"/>
          <a:srcRect l="10545" t="3625" r="34869" b="580"/>
          <a:stretch>
            <a:fillRect/>
          </a:stretch>
        </p:blipFill>
        <p:spPr>
          <a:xfrm>
            <a:off x="103483" y="93270"/>
            <a:ext cx="6272575" cy="2232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108</cp:revision>
  <dcterms:created xsi:type="dcterms:W3CDTF">2023-08-09T12:44:00Z</dcterms:created>
  <dcterms:modified xsi:type="dcterms:W3CDTF">2026-03-24T13:35:48Z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2052-12.1.0.25225</vt:lpwstr>
  </property>
</Properties>
</file>
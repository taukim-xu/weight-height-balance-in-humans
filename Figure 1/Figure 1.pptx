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5039995" cy="197993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1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31250" y="324644"/>
            <a:ext cx="3787488" cy="690613"/>
          </a:xfrm>
        </p:spPr>
        <p:txBody>
          <a:bodyPr anchor="b"/>
          <a:lstStyle>
            <a:lvl1pPr algn="ctr">
              <a:defRPr sz="173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31250" y="1041890"/>
            <a:ext cx="3787488" cy="478929"/>
          </a:xfrm>
        </p:spPr>
        <p:txBody>
          <a:bodyPr/>
          <a:lstStyle>
            <a:lvl1pPr marL="0" indent="0" algn="ctr">
              <a:buNone/>
              <a:defRPr sz="690"/>
            </a:lvl1pPr>
            <a:lvl2pPr marL="132080" indent="0" algn="ctr">
              <a:buNone/>
              <a:defRPr sz="580"/>
            </a:lvl2pPr>
            <a:lvl3pPr marL="264160" indent="0" algn="ctr">
              <a:buNone/>
              <a:defRPr sz="525"/>
            </a:lvl3pPr>
            <a:lvl4pPr marL="396240" indent="0" algn="ctr">
              <a:buNone/>
              <a:defRPr sz="465"/>
            </a:lvl4pPr>
            <a:lvl5pPr marL="528320" indent="0" algn="ctr">
              <a:buNone/>
              <a:defRPr sz="465"/>
            </a:lvl5pPr>
            <a:lvl6pPr marL="661670" indent="0" algn="ctr">
              <a:buNone/>
              <a:defRPr sz="465"/>
            </a:lvl6pPr>
            <a:lvl7pPr marL="793115" indent="0" algn="ctr">
              <a:buNone/>
              <a:defRPr sz="465"/>
            </a:lvl7pPr>
            <a:lvl8pPr marL="925830" indent="0" algn="ctr">
              <a:buNone/>
              <a:defRPr sz="465"/>
            </a:lvl8pPr>
            <a:lvl9pPr marL="1056640" indent="0" algn="ctr">
              <a:buNone/>
              <a:defRPr sz="46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4555" y="494542"/>
            <a:ext cx="4355613" cy="825154"/>
          </a:xfrm>
        </p:spPr>
        <p:txBody>
          <a:bodyPr anchor="b"/>
          <a:lstStyle>
            <a:lvl1pPr>
              <a:defRPr sz="173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4555" y="1327502"/>
            <a:ext cx="4355613" cy="433929"/>
          </a:xfrm>
        </p:spPr>
        <p:txBody>
          <a:bodyPr/>
          <a:lstStyle>
            <a:lvl1pPr marL="0" indent="0">
              <a:buNone/>
              <a:defRPr sz="690">
                <a:solidFill>
                  <a:schemeClr val="tx1">
                    <a:tint val="75000"/>
                  </a:schemeClr>
                </a:solidFill>
              </a:defRPr>
            </a:lvl1pPr>
            <a:lvl2pPr marL="132080" indent="0">
              <a:buNone/>
              <a:defRPr sz="580">
                <a:solidFill>
                  <a:schemeClr val="tx1">
                    <a:tint val="75000"/>
                  </a:schemeClr>
                </a:solidFill>
              </a:defRPr>
            </a:lvl2pPr>
            <a:lvl3pPr marL="264160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3pPr>
            <a:lvl4pPr marL="396240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4pPr>
            <a:lvl5pPr marL="528320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5pPr>
            <a:lvl6pPr marL="661670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6pPr>
            <a:lvl7pPr marL="793115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7pPr>
            <a:lvl8pPr marL="925830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8pPr>
            <a:lvl9pPr marL="1056640" indent="0">
              <a:buNone/>
              <a:defRPr sz="4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47186" y="528062"/>
            <a:ext cx="2146245" cy="125862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56555" y="528062"/>
            <a:ext cx="2146245" cy="125862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7844" y="105612"/>
            <a:ext cx="4355613" cy="38341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7844" y="486276"/>
            <a:ext cx="2136380" cy="238316"/>
          </a:xfrm>
        </p:spPr>
        <p:txBody>
          <a:bodyPr anchor="b"/>
          <a:lstStyle>
            <a:lvl1pPr marL="0" indent="0">
              <a:buNone/>
              <a:defRPr sz="690" b="1"/>
            </a:lvl1pPr>
            <a:lvl2pPr marL="132080" indent="0">
              <a:buNone/>
              <a:defRPr sz="580" b="1"/>
            </a:lvl2pPr>
            <a:lvl3pPr marL="264160" indent="0">
              <a:buNone/>
              <a:defRPr sz="525" b="1"/>
            </a:lvl3pPr>
            <a:lvl4pPr marL="396240" indent="0">
              <a:buNone/>
              <a:defRPr sz="465" b="1"/>
            </a:lvl4pPr>
            <a:lvl5pPr marL="528320" indent="0">
              <a:buNone/>
              <a:defRPr sz="465" b="1"/>
            </a:lvl5pPr>
            <a:lvl6pPr marL="661670" indent="0">
              <a:buNone/>
              <a:defRPr sz="465" b="1"/>
            </a:lvl6pPr>
            <a:lvl7pPr marL="793115" indent="0">
              <a:buNone/>
              <a:defRPr sz="465" b="1"/>
            </a:lvl7pPr>
            <a:lvl8pPr marL="925830" indent="0">
              <a:buNone/>
              <a:defRPr sz="465" b="1"/>
            </a:lvl8pPr>
            <a:lvl9pPr marL="1056640" indent="0">
              <a:buNone/>
              <a:defRPr sz="4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47844" y="724593"/>
            <a:ext cx="2136380" cy="10657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56555" y="486276"/>
            <a:ext cx="2146900" cy="238316"/>
          </a:xfrm>
        </p:spPr>
        <p:txBody>
          <a:bodyPr anchor="b"/>
          <a:lstStyle>
            <a:lvl1pPr marL="0" indent="0">
              <a:buNone/>
              <a:defRPr sz="690" b="1"/>
            </a:lvl1pPr>
            <a:lvl2pPr marL="132080" indent="0">
              <a:buNone/>
              <a:defRPr sz="580" b="1"/>
            </a:lvl2pPr>
            <a:lvl3pPr marL="264160" indent="0">
              <a:buNone/>
              <a:defRPr sz="525" b="1"/>
            </a:lvl3pPr>
            <a:lvl4pPr marL="396240" indent="0">
              <a:buNone/>
              <a:defRPr sz="465" b="1"/>
            </a:lvl4pPr>
            <a:lvl5pPr marL="528320" indent="0">
              <a:buNone/>
              <a:defRPr sz="465" b="1"/>
            </a:lvl5pPr>
            <a:lvl6pPr marL="661670" indent="0">
              <a:buNone/>
              <a:defRPr sz="465" b="1"/>
            </a:lvl6pPr>
            <a:lvl7pPr marL="793115" indent="0">
              <a:buNone/>
              <a:defRPr sz="465" b="1"/>
            </a:lvl7pPr>
            <a:lvl8pPr marL="925830" indent="0">
              <a:buNone/>
              <a:defRPr sz="465" b="1"/>
            </a:lvl8pPr>
            <a:lvl9pPr marL="1056640" indent="0">
              <a:buNone/>
              <a:defRPr sz="4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56555" y="724593"/>
            <a:ext cx="2146900" cy="10657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7844" y="132245"/>
            <a:ext cx="1628750" cy="462857"/>
          </a:xfrm>
        </p:spPr>
        <p:txBody>
          <a:bodyPr anchor="b"/>
          <a:lstStyle>
            <a:lvl1pPr>
              <a:defRPr sz="9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46900" y="285613"/>
            <a:ext cx="2556555" cy="1409696"/>
          </a:xfrm>
        </p:spPr>
        <p:txBody>
          <a:bodyPr/>
          <a:lstStyle>
            <a:lvl1pPr>
              <a:defRPr sz="925"/>
            </a:lvl1pPr>
            <a:lvl2pPr>
              <a:defRPr sz="815"/>
            </a:lvl2pPr>
            <a:lvl3pPr>
              <a:defRPr sz="690"/>
            </a:lvl3pPr>
            <a:lvl4pPr>
              <a:defRPr sz="580"/>
            </a:lvl4pPr>
            <a:lvl5pPr>
              <a:defRPr sz="580"/>
            </a:lvl5pPr>
            <a:lvl6pPr>
              <a:defRPr sz="580"/>
            </a:lvl6pPr>
            <a:lvl7pPr>
              <a:defRPr sz="580"/>
            </a:lvl7pPr>
            <a:lvl8pPr>
              <a:defRPr sz="580"/>
            </a:lvl8pPr>
            <a:lvl9pPr>
              <a:defRPr sz="58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47844" y="595103"/>
            <a:ext cx="1628750" cy="1102503"/>
          </a:xfrm>
        </p:spPr>
        <p:txBody>
          <a:bodyPr/>
          <a:lstStyle>
            <a:lvl1pPr marL="0" indent="0">
              <a:buNone/>
              <a:defRPr sz="465"/>
            </a:lvl1pPr>
            <a:lvl2pPr marL="132080" indent="0">
              <a:buNone/>
              <a:defRPr sz="410"/>
            </a:lvl2pPr>
            <a:lvl3pPr marL="264160" indent="0">
              <a:buNone/>
              <a:defRPr sz="350"/>
            </a:lvl3pPr>
            <a:lvl4pPr marL="396240" indent="0">
              <a:buNone/>
              <a:defRPr sz="295"/>
            </a:lvl4pPr>
            <a:lvl5pPr marL="528320" indent="0">
              <a:buNone/>
              <a:defRPr sz="295"/>
            </a:lvl5pPr>
            <a:lvl6pPr marL="661670" indent="0">
              <a:buNone/>
              <a:defRPr sz="295"/>
            </a:lvl6pPr>
            <a:lvl7pPr marL="793115" indent="0">
              <a:buNone/>
              <a:defRPr sz="295"/>
            </a:lvl7pPr>
            <a:lvl8pPr marL="925830" indent="0">
              <a:buNone/>
              <a:defRPr sz="295"/>
            </a:lvl8pPr>
            <a:lvl9pPr marL="1056640" indent="0">
              <a:buNone/>
              <a:defRPr sz="2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7844" y="132245"/>
            <a:ext cx="1628750" cy="462857"/>
          </a:xfrm>
        </p:spPr>
        <p:txBody>
          <a:bodyPr anchor="b"/>
          <a:lstStyle>
            <a:lvl1pPr>
              <a:defRPr sz="9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46900" y="285613"/>
            <a:ext cx="2556555" cy="1409696"/>
          </a:xfrm>
        </p:spPr>
        <p:txBody>
          <a:bodyPr/>
          <a:lstStyle>
            <a:lvl1pPr marL="0" indent="0">
              <a:buNone/>
              <a:defRPr sz="925"/>
            </a:lvl1pPr>
            <a:lvl2pPr marL="132080" indent="0">
              <a:buNone/>
              <a:defRPr sz="815"/>
            </a:lvl2pPr>
            <a:lvl3pPr marL="264160" indent="0">
              <a:buNone/>
              <a:defRPr sz="690"/>
            </a:lvl3pPr>
            <a:lvl4pPr marL="396240" indent="0">
              <a:buNone/>
              <a:defRPr sz="580"/>
            </a:lvl4pPr>
            <a:lvl5pPr marL="528320" indent="0">
              <a:buNone/>
              <a:defRPr sz="580"/>
            </a:lvl5pPr>
            <a:lvl6pPr marL="661670" indent="0">
              <a:buNone/>
              <a:defRPr sz="580"/>
            </a:lvl6pPr>
            <a:lvl7pPr marL="793115" indent="0">
              <a:buNone/>
              <a:defRPr sz="580"/>
            </a:lvl7pPr>
            <a:lvl8pPr marL="925830" indent="0">
              <a:buNone/>
              <a:defRPr sz="580"/>
            </a:lvl8pPr>
            <a:lvl9pPr marL="1056640" indent="0">
              <a:buNone/>
              <a:defRPr sz="58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47844" y="595103"/>
            <a:ext cx="1628750" cy="1102503"/>
          </a:xfrm>
        </p:spPr>
        <p:txBody>
          <a:bodyPr/>
          <a:lstStyle>
            <a:lvl1pPr marL="0" indent="0">
              <a:buNone/>
              <a:defRPr sz="465"/>
            </a:lvl1pPr>
            <a:lvl2pPr marL="132080" indent="0">
              <a:buNone/>
              <a:defRPr sz="410"/>
            </a:lvl2pPr>
            <a:lvl3pPr marL="264160" indent="0">
              <a:buNone/>
              <a:defRPr sz="350"/>
            </a:lvl3pPr>
            <a:lvl4pPr marL="396240" indent="0">
              <a:buNone/>
              <a:defRPr sz="295"/>
            </a:lvl4pPr>
            <a:lvl5pPr marL="528320" indent="0">
              <a:buNone/>
              <a:defRPr sz="295"/>
            </a:lvl5pPr>
            <a:lvl6pPr marL="661670" indent="0">
              <a:buNone/>
              <a:defRPr sz="295"/>
            </a:lvl6pPr>
            <a:lvl7pPr marL="793115" indent="0">
              <a:buNone/>
              <a:defRPr sz="295"/>
            </a:lvl7pPr>
            <a:lvl8pPr marL="925830" indent="0">
              <a:buNone/>
              <a:defRPr sz="295"/>
            </a:lvl8pPr>
            <a:lvl9pPr marL="1056640" indent="0">
              <a:buNone/>
              <a:defRPr sz="2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13896" y="105612"/>
            <a:ext cx="1088903" cy="1681074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47186" y="105612"/>
            <a:ext cx="3203585" cy="1681074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7186" y="105612"/>
            <a:ext cx="4355613" cy="3834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7186" y="528062"/>
            <a:ext cx="4355613" cy="1258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47186" y="1838574"/>
            <a:ext cx="1136245" cy="1056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72806" y="1838574"/>
            <a:ext cx="1704369" cy="1056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566554" y="1838574"/>
            <a:ext cx="1136245" cy="1056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64160" rtl="0" eaLnBrk="1" latinLnBrk="0" hangingPunct="1">
        <a:lnSpc>
          <a:spcPct val="90000"/>
        </a:lnSpc>
        <a:spcBef>
          <a:spcPct val="0"/>
        </a:spcBef>
        <a:buNone/>
        <a:defRPr sz="1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675" indent="-66675" algn="l" defTabSz="264160" rtl="0" eaLnBrk="1" latinLnBrk="0" hangingPunct="1">
        <a:lnSpc>
          <a:spcPct val="90000"/>
        </a:lnSpc>
        <a:spcBef>
          <a:spcPct val="57000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198755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690" kern="1200">
          <a:solidFill>
            <a:schemeClr val="tx1"/>
          </a:solidFill>
          <a:latin typeface="+mn-lt"/>
          <a:ea typeface="+mn-ea"/>
          <a:cs typeface="+mn-cs"/>
        </a:defRPr>
      </a:lvl2pPr>
      <a:lvl3pPr marL="331470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80" kern="1200">
          <a:solidFill>
            <a:schemeClr val="tx1"/>
          </a:solidFill>
          <a:latin typeface="+mn-lt"/>
          <a:ea typeface="+mn-ea"/>
          <a:cs typeface="+mn-cs"/>
        </a:defRPr>
      </a:lvl3pPr>
      <a:lvl4pPr marL="462915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4pPr>
      <a:lvl5pPr marL="594995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5pPr>
      <a:lvl6pPr marL="725805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858520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991235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123950" indent="-66675" algn="l" defTabSz="264160" rtl="0" eaLnBrk="1" latinLnBrk="0" hangingPunct="1">
        <a:lnSpc>
          <a:spcPct val="90000"/>
        </a:lnSpc>
        <a:spcBef>
          <a:spcPts val="14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1pPr>
      <a:lvl2pPr marL="13208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2pPr>
      <a:lvl3pPr marL="26416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39624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4pPr>
      <a:lvl5pPr marL="52832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5pPr>
      <a:lvl6pPr marL="66167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793115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92583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056640" algn="l" defTabSz="26416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文本框 14"/>
          <p:cNvSpPr txBox="1"/>
          <p:nvPr/>
        </p:nvSpPr>
        <p:spPr>
          <a:xfrm>
            <a:off x="71755" y="33655"/>
            <a:ext cx="4401820" cy="20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750">
                <a:latin typeface="Times New Roman" panose="02020603050405020304" charset="0"/>
                <a:cs typeface="Times New Roman" panose="02020603050405020304" charset="0"/>
                <a:sym typeface="+mn-ea"/>
              </a:rPr>
              <a:t>Taukim Xu, et.al. Fig. 1.Conceptual overview of the study design, methodology, and key findings. </a:t>
            </a:r>
            <a:endParaRPr lang="en-US" altLang="zh-CN" sz="75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2" name="图片 1" descr="Figure_1"/>
          <p:cNvPicPr>
            <a:picLocks noChangeAspect="1"/>
          </p:cNvPicPr>
          <p:nvPr/>
        </p:nvPicPr>
        <p:blipFill>
          <a:blip r:embed="rId1"/>
          <a:srcRect r="32330" b="32041"/>
          <a:stretch>
            <a:fillRect/>
          </a:stretch>
        </p:blipFill>
        <p:spPr>
          <a:xfrm>
            <a:off x="72000" y="273403"/>
            <a:ext cx="4896000" cy="1645559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WPS 演示</Application>
  <PresentationFormat>宽屏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113</cp:revision>
  <dcterms:created xsi:type="dcterms:W3CDTF">2023-08-09T12:44:00Z</dcterms:created>
  <dcterms:modified xsi:type="dcterms:W3CDTF">2026-01-07T08:33:37Z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2052-12.1.0.24034</vt:lpwstr>
  </property>
</Properties>
</file>
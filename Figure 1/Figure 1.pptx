
<file path=[Content_Types].xml><?xml version="1.0" encoding="utf-8"?>
<Types xmlns="http://schemas.openxmlformats.org/package/2006/content-types">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Lst>
  <p:sldSz cx="7559675" cy="3707765"/>
  <p:notesSz cx="6858000" cy="9144000"/>
  <p:custDataLst>
    <p:tags r:id="rId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7" Type="http://schemas.openxmlformats.org/officeDocument/2006/relationships/tags" Target="tags/tag5.xml"/><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47093" y="608176"/>
            <a:ext cx="5682553" cy="1293768"/>
          </a:xfrm>
        </p:spPr>
        <p:txBody>
          <a:bodyPr anchor="b"/>
          <a:lstStyle>
            <a:lvl1pPr algn="ctr">
              <a:defRPr sz="3255"/>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947093" y="1951840"/>
            <a:ext cx="5682553" cy="897207"/>
          </a:xfrm>
        </p:spPr>
        <p:txBody>
          <a:bodyPr/>
          <a:lstStyle>
            <a:lvl1pPr marL="0" indent="0" algn="ctr">
              <a:buNone/>
              <a:defRPr sz="1305"/>
            </a:lvl1pPr>
            <a:lvl2pPr marL="247650" indent="0" algn="ctr">
              <a:buNone/>
              <a:defRPr sz="1085"/>
            </a:lvl2pPr>
            <a:lvl3pPr marL="494030" indent="0" algn="ctr">
              <a:buNone/>
              <a:defRPr sz="980"/>
            </a:lvl3pPr>
            <a:lvl4pPr marL="742315" indent="0" algn="ctr">
              <a:buNone/>
              <a:defRPr sz="860"/>
            </a:lvl4pPr>
            <a:lvl5pPr marL="991235" indent="0" algn="ctr">
              <a:buNone/>
              <a:defRPr sz="860"/>
            </a:lvl5pPr>
            <a:lvl6pPr marL="1239520" indent="0" algn="ctr">
              <a:buNone/>
              <a:defRPr sz="860"/>
            </a:lvl6pPr>
            <a:lvl7pPr marL="1484630" indent="0" algn="ctr">
              <a:buNone/>
              <a:defRPr sz="860"/>
            </a:lvl7pPr>
            <a:lvl8pPr marL="1734185" indent="0" algn="ctr">
              <a:buNone/>
              <a:defRPr sz="860"/>
            </a:lvl8pPr>
            <a:lvl9pPr marL="1979930" indent="0" algn="ctr">
              <a:buNone/>
              <a:defRPr sz="86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516952" y="926457"/>
            <a:ext cx="6534940" cy="1545815"/>
          </a:xfrm>
        </p:spPr>
        <p:txBody>
          <a:bodyPr anchor="b"/>
          <a:lstStyle>
            <a:lvl1pPr>
              <a:defRPr sz="3255"/>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516952" y="2486895"/>
            <a:ext cx="6534940" cy="812906"/>
          </a:xfrm>
        </p:spPr>
        <p:txBody>
          <a:bodyPr/>
          <a:lstStyle>
            <a:lvl1pPr marL="0" indent="0">
              <a:buNone/>
              <a:defRPr sz="1305">
                <a:solidFill>
                  <a:schemeClr val="tx1">
                    <a:tint val="75000"/>
                  </a:schemeClr>
                </a:solidFill>
              </a:defRPr>
            </a:lvl1pPr>
            <a:lvl2pPr marL="247650" indent="0">
              <a:buNone/>
              <a:defRPr sz="1085">
                <a:solidFill>
                  <a:schemeClr val="tx1">
                    <a:tint val="75000"/>
                  </a:schemeClr>
                </a:solidFill>
              </a:defRPr>
            </a:lvl2pPr>
            <a:lvl3pPr marL="494030" indent="0">
              <a:buNone/>
              <a:defRPr sz="980">
                <a:solidFill>
                  <a:schemeClr val="tx1">
                    <a:tint val="75000"/>
                  </a:schemeClr>
                </a:solidFill>
              </a:defRPr>
            </a:lvl3pPr>
            <a:lvl4pPr marL="742315" indent="0">
              <a:buNone/>
              <a:defRPr sz="860">
                <a:solidFill>
                  <a:schemeClr val="tx1">
                    <a:tint val="75000"/>
                  </a:schemeClr>
                </a:solidFill>
              </a:defRPr>
            </a:lvl4pPr>
            <a:lvl5pPr marL="991235" indent="0">
              <a:buNone/>
              <a:defRPr sz="860">
                <a:solidFill>
                  <a:schemeClr val="tx1">
                    <a:tint val="75000"/>
                  </a:schemeClr>
                </a:solidFill>
              </a:defRPr>
            </a:lvl5pPr>
            <a:lvl6pPr marL="1239520" indent="0">
              <a:buNone/>
              <a:defRPr sz="860">
                <a:solidFill>
                  <a:schemeClr val="tx1">
                    <a:tint val="75000"/>
                  </a:schemeClr>
                </a:solidFill>
              </a:defRPr>
            </a:lvl6pPr>
            <a:lvl7pPr marL="1484630" indent="0">
              <a:buNone/>
              <a:defRPr sz="860">
                <a:solidFill>
                  <a:schemeClr val="tx1">
                    <a:tint val="75000"/>
                  </a:schemeClr>
                </a:solidFill>
              </a:defRPr>
            </a:lvl7pPr>
            <a:lvl8pPr marL="1734185" indent="0">
              <a:buNone/>
              <a:defRPr sz="860">
                <a:solidFill>
                  <a:schemeClr val="tx1">
                    <a:tint val="75000"/>
                  </a:schemeClr>
                </a:solidFill>
              </a:defRPr>
            </a:lvl8pPr>
            <a:lvl9pPr marL="1979930" indent="0">
              <a:buNone/>
              <a:defRPr sz="86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520901" y="989253"/>
            <a:ext cx="3220116" cy="2357863"/>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3835727" y="989253"/>
            <a:ext cx="3220116" cy="2357863"/>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21887" y="197851"/>
            <a:ext cx="6534940" cy="71828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521887" y="910973"/>
            <a:ext cx="3205317" cy="446453"/>
          </a:xfrm>
        </p:spPr>
        <p:txBody>
          <a:bodyPr anchor="b"/>
          <a:lstStyle>
            <a:lvl1pPr marL="0" indent="0">
              <a:buNone/>
              <a:defRPr sz="1305" b="1"/>
            </a:lvl1pPr>
            <a:lvl2pPr marL="247650" indent="0">
              <a:buNone/>
              <a:defRPr sz="1085" b="1"/>
            </a:lvl2pPr>
            <a:lvl3pPr marL="494030" indent="0">
              <a:buNone/>
              <a:defRPr sz="980" b="1"/>
            </a:lvl3pPr>
            <a:lvl4pPr marL="742315" indent="0">
              <a:buNone/>
              <a:defRPr sz="860" b="1"/>
            </a:lvl4pPr>
            <a:lvl5pPr marL="991235" indent="0">
              <a:buNone/>
              <a:defRPr sz="860" b="1"/>
            </a:lvl5pPr>
            <a:lvl6pPr marL="1239520" indent="0">
              <a:buNone/>
              <a:defRPr sz="860" b="1"/>
            </a:lvl6pPr>
            <a:lvl7pPr marL="1484630" indent="0">
              <a:buNone/>
              <a:defRPr sz="860" b="1"/>
            </a:lvl7pPr>
            <a:lvl8pPr marL="1734185" indent="0">
              <a:buNone/>
              <a:defRPr sz="860" b="1"/>
            </a:lvl8pPr>
            <a:lvl9pPr marL="1979930" indent="0">
              <a:buNone/>
              <a:defRPr sz="86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521887" y="1357427"/>
            <a:ext cx="3205317" cy="1996571"/>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3835727" y="910973"/>
            <a:ext cx="3221100" cy="446453"/>
          </a:xfrm>
        </p:spPr>
        <p:txBody>
          <a:bodyPr anchor="b"/>
          <a:lstStyle>
            <a:lvl1pPr marL="0" indent="0">
              <a:buNone/>
              <a:defRPr sz="1305" b="1"/>
            </a:lvl1pPr>
            <a:lvl2pPr marL="247650" indent="0">
              <a:buNone/>
              <a:defRPr sz="1085" b="1"/>
            </a:lvl2pPr>
            <a:lvl3pPr marL="494030" indent="0">
              <a:buNone/>
              <a:defRPr sz="980" b="1"/>
            </a:lvl3pPr>
            <a:lvl4pPr marL="742315" indent="0">
              <a:buNone/>
              <a:defRPr sz="860" b="1"/>
            </a:lvl4pPr>
            <a:lvl5pPr marL="991235" indent="0">
              <a:buNone/>
              <a:defRPr sz="860" b="1"/>
            </a:lvl5pPr>
            <a:lvl6pPr marL="1239520" indent="0">
              <a:buNone/>
              <a:defRPr sz="860" b="1"/>
            </a:lvl6pPr>
            <a:lvl7pPr marL="1484630" indent="0">
              <a:buNone/>
              <a:defRPr sz="860" b="1"/>
            </a:lvl7pPr>
            <a:lvl8pPr marL="1734185" indent="0">
              <a:buNone/>
              <a:defRPr sz="860" b="1"/>
            </a:lvl8pPr>
            <a:lvl9pPr marL="1979930" indent="0">
              <a:buNone/>
              <a:defRPr sz="86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3835727" y="1357427"/>
            <a:ext cx="3221100" cy="1996571"/>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21887" y="247743"/>
            <a:ext cx="2443694" cy="867100"/>
          </a:xfrm>
        </p:spPr>
        <p:txBody>
          <a:bodyPr anchor="b"/>
          <a:lstStyle>
            <a:lvl1pPr>
              <a:defRPr sz="1725"/>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221100" y="535057"/>
            <a:ext cx="3835727" cy="2640875"/>
          </a:xfrm>
        </p:spPr>
        <p:txBody>
          <a:bodyPr/>
          <a:lstStyle>
            <a:lvl1pPr>
              <a:defRPr sz="1725"/>
            </a:lvl1pPr>
            <a:lvl2pPr>
              <a:defRPr sz="1520"/>
            </a:lvl2pPr>
            <a:lvl3pPr>
              <a:defRPr sz="1305"/>
            </a:lvl3pPr>
            <a:lvl4pPr>
              <a:defRPr sz="1085"/>
            </a:lvl4pPr>
            <a:lvl5pPr>
              <a:defRPr sz="1085"/>
            </a:lvl5pPr>
            <a:lvl6pPr>
              <a:defRPr sz="1085"/>
            </a:lvl6pPr>
            <a:lvl7pPr>
              <a:defRPr sz="1085"/>
            </a:lvl7pPr>
            <a:lvl8pPr>
              <a:defRPr sz="1085"/>
            </a:lvl8pPr>
            <a:lvl9pPr>
              <a:defRPr sz="1085"/>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521887" y="1114845"/>
            <a:ext cx="2443694" cy="2065388"/>
          </a:xfrm>
        </p:spPr>
        <p:txBody>
          <a:bodyPr/>
          <a:lstStyle>
            <a:lvl1pPr marL="0" indent="0">
              <a:buNone/>
              <a:defRPr sz="860"/>
            </a:lvl1pPr>
            <a:lvl2pPr marL="247650" indent="0">
              <a:buNone/>
              <a:defRPr sz="755"/>
            </a:lvl2pPr>
            <a:lvl3pPr marL="494030" indent="0">
              <a:buNone/>
              <a:defRPr sz="645"/>
            </a:lvl3pPr>
            <a:lvl4pPr marL="742315" indent="0">
              <a:buNone/>
              <a:defRPr sz="540"/>
            </a:lvl4pPr>
            <a:lvl5pPr marL="991235" indent="0">
              <a:buNone/>
              <a:defRPr sz="540"/>
            </a:lvl5pPr>
            <a:lvl6pPr marL="1239520" indent="0">
              <a:buNone/>
              <a:defRPr sz="540"/>
            </a:lvl6pPr>
            <a:lvl7pPr marL="1484630" indent="0">
              <a:buNone/>
              <a:defRPr sz="540"/>
            </a:lvl7pPr>
            <a:lvl8pPr marL="1734185" indent="0">
              <a:buNone/>
              <a:defRPr sz="540"/>
            </a:lvl8pPr>
            <a:lvl9pPr marL="1979930" indent="0">
              <a:buNone/>
              <a:defRPr sz="54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521887" y="247743"/>
            <a:ext cx="2443694" cy="867100"/>
          </a:xfrm>
        </p:spPr>
        <p:txBody>
          <a:bodyPr anchor="b"/>
          <a:lstStyle>
            <a:lvl1pPr>
              <a:defRPr sz="1725"/>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221100" y="535057"/>
            <a:ext cx="3835727" cy="2640875"/>
          </a:xfrm>
        </p:spPr>
        <p:txBody>
          <a:bodyPr/>
          <a:lstStyle>
            <a:lvl1pPr marL="0" indent="0">
              <a:buNone/>
              <a:defRPr sz="1725"/>
            </a:lvl1pPr>
            <a:lvl2pPr marL="247650" indent="0">
              <a:buNone/>
              <a:defRPr sz="1520"/>
            </a:lvl2pPr>
            <a:lvl3pPr marL="494030" indent="0">
              <a:buNone/>
              <a:defRPr sz="1305"/>
            </a:lvl3pPr>
            <a:lvl4pPr marL="742315" indent="0">
              <a:buNone/>
              <a:defRPr sz="1085"/>
            </a:lvl4pPr>
            <a:lvl5pPr marL="991235" indent="0">
              <a:buNone/>
              <a:defRPr sz="1085"/>
            </a:lvl5pPr>
            <a:lvl6pPr marL="1239520" indent="0">
              <a:buNone/>
              <a:defRPr sz="1085"/>
            </a:lvl6pPr>
            <a:lvl7pPr marL="1484630" indent="0">
              <a:buNone/>
              <a:defRPr sz="1085"/>
            </a:lvl7pPr>
            <a:lvl8pPr marL="1734185" indent="0">
              <a:buNone/>
              <a:defRPr sz="1085"/>
            </a:lvl8pPr>
            <a:lvl9pPr marL="1979930" indent="0">
              <a:buNone/>
              <a:defRPr sz="1085"/>
            </a:lvl9pPr>
          </a:lstStyle>
          <a:p>
            <a:endParaRPr lang="zh-CN" altLang="en-US"/>
          </a:p>
        </p:txBody>
      </p:sp>
      <p:sp>
        <p:nvSpPr>
          <p:cNvPr id="4" name="文本占位符 3"/>
          <p:cNvSpPr>
            <a:spLocks noGrp="1"/>
          </p:cNvSpPr>
          <p:nvPr>
            <p:ph type="body" sz="half" idx="2"/>
          </p:nvPr>
        </p:nvSpPr>
        <p:spPr>
          <a:xfrm>
            <a:off x="521887" y="1114845"/>
            <a:ext cx="2443694" cy="2065388"/>
          </a:xfrm>
        </p:spPr>
        <p:txBody>
          <a:bodyPr/>
          <a:lstStyle>
            <a:lvl1pPr marL="0" indent="0">
              <a:buNone/>
              <a:defRPr sz="860"/>
            </a:lvl1pPr>
            <a:lvl2pPr marL="247650" indent="0">
              <a:buNone/>
              <a:defRPr sz="755"/>
            </a:lvl2pPr>
            <a:lvl3pPr marL="494030" indent="0">
              <a:buNone/>
              <a:defRPr sz="645"/>
            </a:lvl3pPr>
            <a:lvl4pPr marL="742315" indent="0">
              <a:buNone/>
              <a:defRPr sz="540"/>
            </a:lvl4pPr>
            <a:lvl5pPr marL="991235" indent="0">
              <a:buNone/>
              <a:defRPr sz="540"/>
            </a:lvl5pPr>
            <a:lvl6pPr marL="1239520" indent="0">
              <a:buNone/>
              <a:defRPr sz="540"/>
            </a:lvl6pPr>
            <a:lvl7pPr marL="1484630" indent="0">
              <a:buNone/>
              <a:defRPr sz="540"/>
            </a:lvl7pPr>
            <a:lvl8pPr marL="1734185" indent="0">
              <a:buNone/>
              <a:defRPr sz="540"/>
            </a:lvl8pPr>
            <a:lvl9pPr marL="1979930" indent="0">
              <a:buNone/>
              <a:defRPr sz="54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5422105" y="197851"/>
            <a:ext cx="1633733" cy="3149264"/>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520901" y="197851"/>
            <a:ext cx="4806496" cy="3149264"/>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520901" y="197851"/>
            <a:ext cx="6534940" cy="71828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520901" y="989253"/>
            <a:ext cx="6534940" cy="2357863"/>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520901" y="3444319"/>
            <a:ext cx="1704765" cy="197851"/>
          </a:xfrm>
          <a:prstGeom prst="rect">
            <a:avLst/>
          </a:prstGeom>
        </p:spPr>
        <p:txBody>
          <a:bodyPr vert="horz" lIns="91440" tIns="45720" rIns="91440" bIns="45720" rtlCol="0" anchor="ctr"/>
          <a:lstStyle>
            <a:lvl1pPr algn="l">
              <a:defRPr sz="645">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2509795" y="3444319"/>
            <a:ext cx="2557150" cy="197851"/>
          </a:xfrm>
          <a:prstGeom prst="rect">
            <a:avLst/>
          </a:prstGeom>
        </p:spPr>
        <p:txBody>
          <a:bodyPr vert="horz" lIns="91440" tIns="45720" rIns="91440" bIns="45720" rtlCol="0" anchor="ctr"/>
          <a:lstStyle>
            <a:lvl1pPr algn="ctr">
              <a:defRPr sz="645">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5351075" y="3444319"/>
            <a:ext cx="1704765" cy="197851"/>
          </a:xfrm>
          <a:prstGeom prst="rect">
            <a:avLst/>
          </a:prstGeom>
        </p:spPr>
        <p:txBody>
          <a:bodyPr vert="horz" lIns="91440" tIns="45720" rIns="91440" bIns="45720" rtlCol="0" anchor="ctr"/>
          <a:lstStyle>
            <a:lvl1pPr algn="r">
              <a:defRPr sz="645">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94030" rtl="0" eaLnBrk="1" latinLnBrk="0" hangingPunct="1">
        <a:lnSpc>
          <a:spcPct val="90000"/>
        </a:lnSpc>
        <a:spcBef>
          <a:spcPct val="0"/>
        </a:spcBef>
        <a:buNone/>
        <a:defRPr sz="2385" kern="1200">
          <a:solidFill>
            <a:schemeClr val="tx1"/>
          </a:solidFill>
          <a:latin typeface="+mj-lt"/>
          <a:ea typeface="+mj-ea"/>
          <a:cs typeface="+mj-cs"/>
        </a:defRPr>
      </a:lvl1pPr>
    </p:titleStyle>
    <p:bodyStyle>
      <a:lvl1pPr marL="124460" indent="-124460" algn="l" defTabSz="494030" rtl="0" eaLnBrk="1" latinLnBrk="0" hangingPunct="1">
        <a:lnSpc>
          <a:spcPct val="90000"/>
        </a:lnSpc>
        <a:spcBef>
          <a:spcPts val="530"/>
        </a:spcBef>
        <a:buFont typeface="Arial" panose="020B0604020202020204" pitchFamily="34" charset="0"/>
        <a:buChar char="•"/>
        <a:defRPr sz="1520" kern="1200">
          <a:solidFill>
            <a:schemeClr val="tx1"/>
          </a:solidFill>
          <a:latin typeface="+mn-lt"/>
          <a:ea typeface="+mn-ea"/>
          <a:cs typeface="+mn-cs"/>
        </a:defRPr>
      </a:lvl1pPr>
      <a:lvl2pPr marL="370840" indent="-124460" algn="l" defTabSz="494030" rtl="0" eaLnBrk="1" latinLnBrk="0" hangingPunct="1">
        <a:lnSpc>
          <a:spcPct val="90000"/>
        </a:lnSpc>
        <a:spcBef>
          <a:spcPts val="260"/>
        </a:spcBef>
        <a:buFont typeface="Arial" panose="020B0604020202020204" pitchFamily="34" charset="0"/>
        <a:buChar char="•"/>
        <a:defRPr sz="1305" kern="1200">
          <a:solidFill>
            <a:schemeClr val="tx1"/>
          </a:solidFill>
          <a:latin typeface="+mn-lt"/>
          <a:ea typeface="+mn-ea"/>
          <a:cs typeface="+mn-cs"/>
        </a:defRPr>
      </a:lvl2pPr>
      <a:lvl3pPr marL="618490" indent="-124460" algn="l" defTabSz="494030" rtl="0" eaLnBrk="1" latinLnBrk="0" hangingPunct="1">
        <a:lnSpc>
          <a:spcPct val="90000"/>
        </a:lnSpc>
        <a:spcBef>
          <a:spcPts val="260"/>
        </a:spcBef>
        <a:buFont typeface="Arial" panose="020B0604020202020204" pitchFamily="34" charset="0"/>
        <a:buChar char="•"/>
        <a:defRPr sz="1085" kern="1200">
          <a:solidFill>
            <a:schemeClr val="tx1"/>
          </a:solidFill>
          <a:latin typeface="+mn-lt"/>
          <a:ea typeface="+mn-ea"/>
          <a:cs typeface="+mn-cs"/>
        </a:defRPr>
      </a:lvl3pPr>
      <a:lvl4pPr marL="867410"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4pPr>
      <a:lvl5pPr marL="1115060"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5pPr>
      <a:lvl6pPr marL="1359535"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6pPr>
      <a:lvl7pPr marL="1609090"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7pPr>
      <a:lvl8pPr marL="1856740"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8pPr>
      <a:lvl9pPr marL="2105660" indent="-124460" algn="l" defTabSz="494030" rtl="0" eaLnBrk="1" latinLnBrk="0" hangingPunct="1">
        <a:lnSpc>
          <a:spcPct val="90000"/>
        </a:lnSpc>
        <a:spcBef>
          <a:spcPts val="260"/>
        </a:spcBef>
        <a:buFont typeface="Arial" panose="020B0604020202020204" pitchFamily="34" charset="0"/>
        <a:buChar char="•"/>
        <a:defRPr sz="980" kern="1200">
          <a:solidFill>
            <a:schemeClr val="tx1"/>
          </a:solidFill>
          <a:latin typeface="+mn-lt"/>
          <a:ea typeface="+mn-ea"/>
          <a:cs typeface="+mn-cs"/>
        </a:defRPr>
      </a:lvl9pPr>
    </p:bodyStyle>
    <p:otherStyle>
      <a:defPPr>
        <a:defRPr lang="zh-CN"/>
      </a:defPPr>
      <a:lvl1pPr marL="0" algn="l" defTabSz="494030" rtl="0" eaLnBrk="1" latinLnBrk="0" hangingPunct="1">
        <a:defRPr sz="980" kern="1200">
          <a:solidFill>
            <a:schemeClr val="tx1"/>
          </a:solidFill>
          <a:latin typeface="+mn-lt"/>
          <a:ea typeface="+mn-ea"/>
          <a:cs typeface="+mn-cs"/>
        </a:defRPr>
      </a:lvl1pPr>
      <a:lvl2pPr marL="247650" algn="l" defTabSz="494030" rtl="0" eaLnBrk="1" latinLnBrk="0" hangingPunct="1">
        <a:defRPr sz="980" kern="1200">
          <a:solidFill>
            <a:schemeClr val="tx1"/>
          </a:solidFill>
          <a:latin typeface="+mn-lt"/>
          <a:ea typeface="+mn-ea"/>
          <a:cs typeface="+mn-cs"/>
        </a:defRPr>
      </a:lvl2pPr>
      <a:lvl3pPr marL="494030" algn="l" defTabSz="494030" rtl="0" eaLnBrk="1" latinLnBrk="0" hangingPunct="1">
        <a:defRPr sz="980" kern="1200">
          <a:solidFill>
            <a:schemeClr val="tx1"/>
          </a:solidFill>
          <a:latin typeface="+mn-lt"/>
          <a:ea typeface="+mn-ea"/>
          <a:cs typeface="+mn-cs"/>
        </a:defRPr>
      </a:lvl3pPr>
      <a:lvl4pPr marL="742315" algn="l" defTabSz="494030" rtl="0" eaLnBrk="1" latinLnBrk="0" hangingPunct="1">
        <a:defRPr sz="980" kern="1200">
          <a:solidFill>
            <a:schemeClr val="tx1"/>
          </a:solidFill>
          <a:latin typeface="+mn-lt"/>
          <a:ea typeface="+mn-ea"/>
          <a:cs typeface="+mn-cs"/>
        </a:defRPr>
      </a:lvl4pPr>
      <a:lvl5pPr marL="991235" algn="l" defTabSz="494030" rtl="0" eaLnBrk="1" latinLnBrk="0" hangingPunct="1">
        <a:defRPr sz="980" kern="1200">
          <a:solidFill>
            <a:schemeClr val="tx1"/>
          </a:solidFill>
          <a:latin typeface="+mn-lt"/>
          <a:ea typeface="+mn-ea"/>
          <a:cs typeface="+mn-cs"/>
        </a:defRPr>
      </a:lvl5pPr>
      <a:lvl6pPr marL="1239520" algn="l" defTabSz="494030" rtl="0" eaLnBrk="1" latinLnBrk="0" hangingPunct="1">
        <a:defRPr sz="980" kern="1200">
          <a:solidFill>
            <a:schemeClr val="tx1"/>
          </a:solidFill>
          <a:latin typeface="+mn-lt"/>
          <a:ea typeface="+mn-ea"/>
          <a:cs typeface="+mn-cs"/>
        </a:defRPr>
      </a:lvl6pPr>
      <a:lvl7pPr marL="1484630" algn="l" defTabSz="494030" rtl="0" eaLnBrk="1" latinLnBrk="0" hangingPunct="1">
        <a:defRPr sz="980" kern="1200">
          <a:solidFill>
            <a:schemeClr val="tx1"/>
          </a:solidFill>
          <a:latin typeface="+mn-lt"/>
          <a:ea typeface="+mn-ea"/>
          <a:cs typeface="+mn-cs"/>
        </a:defRPr>
      </a:lvl7pPr>
      <a:lvl8pPr marL="1734185" algn="l" defTabSz="494030" rtl="0" eaLnBrk="1" latinLnBrk="0" hangingPunct="1">
        <a:defRPr sz="980" kern="1200">
          <a:solidFill>
            <a:schemeClr val="tx1"/>
          </a:solidFill>
          <a:latin typeface="+mn-lt"/>
          <a:ea typeface="+mn-ea"/>
          <a:cs typeface="+mn-cs"/>
        </a:defRPr>
      </a:lvl8pPr>
      <a:lvl9pPr marL="1979930" algn="l" defTabSz="494030" rtl="0" eaLnBrk="1" latinLnBrk="0" hangingPunct="1">
        <a:defRPr sz="9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image" Target="../media/image2.emf"/><Relationship Id="rId3" Type="http://schemas.openxmlformats.org/officeDocument/2006/relationships/tags" Target="../tags/tag2.xml"/><Relationship Id="rId2" Type="http://schemas.openxmlformats.org/officeDocument/2006/relationships/image" Target="../media/image1.emf"/><Relationship Id="rId1" Type="http://schemas.openxmlformats.org/officeDocument/2006/relationships/tags" Target="../tags/tag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图片 6" descr="Figure 2(A)"/>
          <p:cNvPicPr>
            <a:picLocks noChangeAspect="1"/>
          </p:cNvPicPr>
          <p:nvPr>
            <p:custDataLst>
              <p:tags r:id="rId1"/>
            </p:custDataLst>
          </p:nvPr>
        </p:nvPicPr>
        <p:blipFill>
          <a:blip r:embed="rId2"/>
          <a:srcRect l="4834" t="4300" r="39384" b="35436"/>
          <a:stretch>
            <a:fillRect/>
          </a:stretch>
        </p:blipFill>
        <p:spPr>
          <a:xfrm>
            <a:off x="137029" y="185611"/>
            <a:ext cx="3608051" cy="2520324"/>
          </a:xfrm>
          <a:prstGeom prst="rect">
            <a:avLst/>
          </a:prstGeom>
        </p:spPr>
      </p:pic>
      <p:pic>
        <p:nvPicPr>
          <p:cNvPr id="8" name="图片 7" descr="Figure 2(B)"/>
          <p:cNvPicPr>
            <a:picLocks noChangeAspect="1"/>
          </p:cNvPicPr>
          <p:nvPr>
            <p:custDataLst>
              <p:tags r:id="rId3"/>
            </p:custDataLst>
          </p:nvPr>
        </p:nvPicPr>
        <p:blipFill>
          <a:blip r:embed="rId4"/>
          <a:srcRect l="4824" t="4366" r="39452" b="35347"/>
          <a:stretch>
            <a:fillRect/>
          </a:stretch>
        </p:blipFill>
        <p:spPr>
          <a:xfrm>
            <a:off x="3837018" y="189421"/>
            <a:ext cx="3598641" cy="2520324"/>
          </a:xfrm>
          <a:prstGeom prst="rect">
            <a:avLst/>
          </a:prstGeom>
        </p:spPr>
      </p:pic>
      <p:sp>
        <p:nvSpPr>
          <p:cNvPr id="15" name="文本框 14"/>
          <p:cNvSpPr txBox="1"/>
          <p:nvPr/>
        </p:nvSpPr>
        <p:spPr>
          <a:xfrm>
            <a:off x="103513" y="2727466"/>
            <a:ext cx="7332975" cy="937260"/>
          </a:xfrm>
          <a:prstGeom prst="rect">
            <a:avLst/>
          </a:prstGeom>
          <a:noFill/>
        </p:spPr>
        <p:txBody>
          <a:bodyPr wrap="square" rtlCol="0">
            <a:spAutoFit/>
          </a:bodyPr>
          <a:p>
            <a:pPr algn="l"/>
            <a:r>
              <a:rPr lang="en-US" altLang="zh-CN" sz="1100" b="1">
                <a:latin typeface="Times New Roman" panose="02020603050405020304" charset="0"/>
                <a:cs typeface="Times New Roman" panose="02020603050405020304" charset="0"/>
                <a:sym typeface="+mn-ea"/>
              </a:rPr>
              <a:t>Fig. 1. Life-course trajectories of linear correlation coefficients between weight and weight</a:t>
            </a:r>
            <a:r>
              <a:rPr lang="en-US" altLang="en-US" sz="1100" b="1">
                <a:latin typeface="Times New Roman" panose="02020603050405020304" charset="0"/>
                <a:cs typeface="Times New Roman" panose="02020603050405020304" charset="0"/>
                <a:sym typeface="+mn-ea"/>
              </a:rPr>
              <a:t>×</a:t>
            </a:r>
            <a:r>
              <a:rPr lang="en-US" altLang="zh-CN" sz="1100" b="1">
                <a:latin typeface="Times New Roman" panose="02020603050405020304" charset="0"/>
                <a:cs typeface="Times New Roman" panose="02020603050405020304" charset="0"/>
                <a:sym typeface="+mn-ea"/>
              </a:rPr>
              <a:t>height for females (A) and males (B).</a:t>
            </a:r>
            <a:r>
              <a:rPr lang="en-US" altLang="zh-CN" sz="1100">
                <a:latin typeface="Times New Roman" panose="02020603050405020304" charset="0"/>
                <a:cs typeface="Times New Roman" panose="02020603050405020304" charset="0"/>
                <a:sym typeface="+mn-ea"/>
              </a:rPr>
              <a:t> The solid line represents the mean across ages, and the shaded area indicates the range between the 5th and 95th percentiles. Box plots are used to display the distribution of correlation coefficients across continents. The proportions (%) of subgroups with values below 0.97 and 0.95 within each category are indicated below the respective box plots. The strong linear correlation is a key observation motivating the derivation of the hyperbolic constraint.</a:t>
            </a:r>
            <a:endParaRPr lang="en-US" altLang="zh-CN" sz="1100">
              <a:latin typeface="Times New Roman" panose="02020603050405020304" charset="0"/>
              <a:cs typeface="Times New Roman" panose="02020603050405020304" charset="0"/>
              <a:sym typeface="+mn-ea"/>
            </a:endParaRPr>
          </a:p>
        </p:txBody>
      </p:sp>
      <p:sp>
        <p:nvSpPr>
          <p:cNvPr id="26" name="文本框 25"/>
          <p:cNvSpPr txBox="1"/>
          <p:nvPr>
            <p:custDataLst>
              <p:tags r:id="rId5"/>
            </p:custDataLst>
          </p:nvPr>
        </p:nvSpPr>
        <p:spPr>
          <a:xfrm>
            <a:off x="97019" y="2072"/>
            <a:ext cx="137178" cy="357550"/>
          </a:xfrm>
          <a:prstGeom prst="rect">
            <a:avLst/>
          </a:prstGeom>
          <a:noFill/>
        </p:spPr>
        <p:txBody>
          <a:bodyPr wrap="square" rtlCol="0">
            <a:noAutofit/>
          </a:bodyPr>
          <a:p>
            <a:pPr algn="ctr"/>
            <a:r>
              <a:rPr lang="en-US" altLang="zh-CN" sz="1400" b="1">
                <a:latin typeface="Times New Roman" panose="02020603050405020304" charset="0"/>
                <a:cs typeface="Times New Roman" panose="02020603050405020304" charset="0"/>
              </a:rPr>
              <a:t>A</a:t>
            </a:r>
            <a:endParaRPr lang="en-US" altLang="zh-CN" sz="1400" b="1">
              <a:latin typeface="Times New Roman" panose="02020603050405020304" charset="0"/>
              <a:cs typeface="Times New Roman" panose="02020603050405020304" charset="0"/>
            </a:endParaRPr>
          </a:p>
        </p:txBody>
      </p:sp>
      <p:sp>
        <p:nvSpPr>
          <p:cNvPr id="3" name="文本框 2"/>
          <p:cNvSpPr txBox="1"/>
          <p:nvPr>
            <p:custDataLst>
              <p:tags r:id="rId6"/>
            </p:custDataLst>
          </p:nvPr>
        </p:nvSpPr>
        <p:spPr>
          <a:xfrm>
            <a:off x="3784305" y="2072"/>
            <a:ext cx="137178" cy="357550"/>
          </a:xfrm>
          <a:prstGeom prst="rect">
            <a:avLst/>
          </a:prstGeom>
          <a:noFill/>
        </p:spPr>
        <p:txBody>
          <a:bodyPr wrap="square" rtlCol="0">
            <a:noAutofit/>
          </a:bodyPr>
          <a:p>
            <a:pPr algn="ctr"/>
            <a:r>
              <a:rPr lang="en-US" altLang="zh-CN" sz="1400" b="1">
                <a:latin typeface="Times New Roman" panose="02020603050405020304" charset="0"/>
                <a:cs typeface="Times New Roman" panose="02020603050405020304" charset="0"/>
              </a:rPr>
              <a:t>B</a:t>
            </a:r>
            <a:endParaRPr lang="en-US" altLang="zh-CN" sz="1400" b="1">
              <a:latin typeface="Times New Roman" panose="02020603050405020304" charset="0"/>
              <a:cs typeface="Times New Roman" panose="02020603050405020304" charset="0"/>
            </a:endParaRPr>
          </a:p>
        </p:txBody>
      </p:sp>
    </p:spTree>
  </p:cSld>
  <p:clrMapOvr>
    <a:masterClrMapping/>
  </p:clrMapOvr>
</p:sld>
</file>

<file path=ppt/tags/tag1.xml><?xml version="1.0" encoding="utf-8"?>
<p:tagLst xmlns:p="http://schemas.openxmlformats.org/presentationml/2006/main">
  <p:tag name="KSO_WM_DIAGRAM_VIRTUALLY_FRAME" val="{&quot;height&quot;:429.1334604338398,&quot;left&quot;:5.878346456692913,&quot;top&quot;:-12.813932874784694,&quot;width&quot;:580.168612165716}"/>
</p:tagLst>
</file>

<file path=ppt/tags/tag2.xml><?xml version="1.0" encoding="utf-8"?>
<p:tagLst xmlns:p="http://schemas.openxmlformats.org/presentationml/2006/main">
  <p:tag name="KSO_WM_DIAGRAM_VIRTUALLY_FRAME" val="{&quot;height&quot;:429.1334604338398,&quot;left&quot;:5.878346456692913,&quot;top&quot;:-12.813932874784694,&quot;width&quot;:580.168612165716}"/>
</p:tagLst>
</file>

<file path=ppt/tags/tag3.xml><?xml version="1.0" encoding="utf-8"?>
<p:tagLst xmlns:p="http://schemas.openxmlformats.org/presentationml/2006/main">
  <p:tag name="KSO_WM_DIAGRAM_VIRTUALLY_FRAME" val="{&quot;height&quot;:429.1334604338398,&quot;left&quot;:5.878346456692913,&quot;top&quot;:-12.813932874784694,&quot;width&quot;:580.168612165716}"/>
</p:tagLst>
</file>

<file path=ppt/tags/tag4.xml><?xml version="1.0" encoding="utf-8"?>
<p:tagLst xmlns:p="http://schemas.openxmlformats.org/presentationml/2006/main">
  <p:tag name="KSO_WM_DIAGRAM_VIRTUALLY_FRAME" val="{&quot;height&quot;:429.1334604338398,&quot;left&quot;:5.878346456692913,&quot;top&quot;:-12.813932874784694,&quot;width&quot;:580.168612165716}"/>
</p:tagLst>
</file>

<file path=ppt/tags/tag5.xml><?xml version="1.0" encoding="utf-8"?>
<p:tagLst xmlns:p="http://schemas.openxmlformats.org/presentationml/2006/main">
  <p:tag name="commondata" val="eyJoZGlkIjoiMWU4NTYwNDRjODQ2YTFjZWMxNzg1ZTdjYzJmZWI4OGQifQ=="/>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592</Words>
  <Application>WPS 演示</Application>
  <PresentationFormat>宽屏</PresentationFormat>
  <Paragraphs>6</Paragraphs>
  <Slides>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vt:i4>
      </vt:variant>
    </vt:vector>
  </HeadingPairs>
  <TitlesOfParts>
    <vt:vector size="9" baseType="lpstr">
      <vt:lpstr>Arial</vt:lpstr>
      <vt:lpstr>宋体</vt:lpstr>
      <vt:lpstr>Wingdings</vt:lpstr>
      <vt:lpstr>Times New Roman</vt:lpstr>
      <vt:lpstr>Calibri</vt:lpstr>
      <vt:lpstr>微软雅黑</vt:lpstr>
      <vt:lpstr>Arial Unicode MS</vt:lpstr>
      <vt:lpstr>WPS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taojin xu</dc:creator>
  <cp:lastModifiedBy>Taukim Xu-じょ　とうきん</cp:lastModifiedBy>
  <cp:revision>122</cp:revision>
  <dcterms:created xsi:type="dcterms:W3CDTF">2023-08-09T12:44:00Z</dcterms:created>
  <dcterms:modified xsi:type="dcterms:W3CDTF">2026-03-26T12:46:02Z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2052-12.1.0.25225</vt:lpwstr>
  </property>
</Properties>
</file>
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4679950" cy="6659880"/>
  <p:notesSz cx="6858000" cy="9144000"/>
  <p:custDataLst>
    <p:tags r:id="rId7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7" Type="http://schemas.openxmlformats.org/officeDocument/2006/relationships/tags" Target="tags/tag4.xml"/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586716" y="1092965"/>
            <a:ext cx="3520290" cy="2325068"/>
          </a:xfrm>
        </p:spPr>
        <p:txBody>
          <a:bodyPr anchor="b"/>
          <a:lstStyle>
            <a:lvl1pPr algn="ctr">
              <a:defRPr sz="30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586716" y="3507694"/>
            <a:ext cx="3520290" cy="1612394"/>
          </a:xfrm>
        </p:spPr>
        <p:txBody>
          <a:bodyPr/>
          <a:lstStyle>
            <a:lvl1pPr marL="0" indent="0" algn="ctr">
              <a:buNone/>
              <a:defRPr sz="1230"/>
            </a:lvl1pPr>
            <a:lvl2pPr marL="234315" indent="0" algn="ctr">
              <a:buNone/>
              <a:defRPr sz="1025"/>
            </a:lvl2pPr>
            <a:lvl3pPr marL="467995" indent="0" algn="ctr">
              <a:buNone/>
              <a:defRPr sz="930"/>
            </a:lvl3pPr>
            <a:lvl4pPr marL="702310" indent="0" algn="ctr">
              <a:buNone/>
              <a:defRPr sz="820"/>
            </a:lvl4pPr>
            <a:lvl5pPr marL="937895" indent="0" algn="ctr">
              <a:buNone/>
              <a:defRPr sz="820"/>
            </a:lvl5pPr>
            <a:lvl6pPr marL="1172210" indent="0" algn="ctr">
              <a:buNone/>
              <a:defRPr sz="820"/>
            </a:lvl6pPr>
            <a:lvl7pPr marL="1405255" indent="0" algn="ctr">
              <a:buNone/>
              <a:defRPr sz="820"/>
            </a:lvl7pPr>
            <a:lvl8pPr marL="1640205" indent="0" algn="ctr">
              <a:buNone/>
              <a:defRPr sz="820"/>
            </a:lvl8pPr>
            <a:lvl9pPr marL="1873885" indent="0" algn="ctr">
              <a:buNone/>
              <a:defRPr sz="82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0248" y="1664957"/>
            <a:ext cx="4048335" cy="2778019"/>
          </a:xfrm>
        </p:spPr>
        <p:txBody>
          <a:bodyPr anchor="b"/>
          <a:lstStyle>
            <a:lvl1pPr>
              <a:defRPr sz="308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0248" y="4469255"/>
            <a:ext cx="4048335" cy="1460894"/>
          </a:xfrm>
        </p:spPr>
        <p:txBody>
          <a:bodyPr/>
          <a:lstStyle>
            <a:lvl1pPr marL="0" indent="0">
              <a:buNone/>
              <a:defRPr sz="1230">
                <a:solidFill>
                  <a:schemeClr val="tx1">
                    <a:tint val="75000"/>
                  </a:schemeClr>
                </a:solidFill>
              </a:defRPr>
            </a:lvl1pPr>
            <a:lvl2pPr marL="234315" indent="0">
              <a:buNone/>
              <a:defRPr sz="1025">
                <a:solidFill>
                  <a:schemeClr val="tx1">
                    <a:tint val="75000"/>
                  </a:schemeClr>
                </a:solidFill>
              </a:defRPr>
            </a:lvl2pPr>
            <a:lvl3pPr marL="467995" indent="0">
              <a:buNone/>
              <a:defRPr sz="930">
                <a:solidFill>
                  <a:schemeClr val="tx1">
                    <a:tint val="75000"/>
                  </a:schemeClr>
                </a:solidFill>
              </a:defRPr>
            </a:lvl3pPr>
            <a:lvl4pPr marL="7023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4pPr>
            <a:lvl5pPr marL="93789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5pPr>
            <a:lvl6pPr marL="1172210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6pPr>
            <a:lvl7pPr marL="140525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7pPr>
            <a:lvl8pPr marL="164020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8pPr>
            <a:lvl9pPr marL="1873885" indent="0">
              <a:buNone/>
              <a:defRPr sz="82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322695" y="1777809"/>
            <a:ext cx="1994834" cy="423736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2376196" y="1777809"/>
            <a:ext cx="1994834" cy="4237369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307" y="355560"/>
            <a:ext cx="4048335" cy="1290844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3307" y="1637130"/>
            <a:ext cx="1985665" cy="802332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30" b="1"/>
            </a:lvl3pPr>
            <a:lvl4pPr marL="702310" indent="0">
              <a:buNone/>
              <a:defRPr sz="820" b="1"/>
            </a:lvl4pPr>
            <a:lvl5pPr marL="937895" indent="0">
              <a:buNone/>
              <a:defRPr sz="820" b="1"/>
            </a:lvl5pPr>
            <a:lvl6pPr marL="1172210" indent="0">
              <a:buNone/>
              <a:defRPr sz="820" b="1"/>
            </a:lvl6pPr>
            <a:lvl7pPr marL="1405255" indent="0">
              <a:buNone/>
              <a:defRPr sz="820" b="1"/>
            </a:lvl7pPr>
            <a:lvl8pPr marL="1640205" indent="0">
              <a:buNone/>
              <a:defRPr sz="820" b="1"/>
            </a:lvl8pPr>
            <a:lvl9pPr marL="1873885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323307" y="2439461"/>
            <a:ext cx="1985665" cy="358808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2376196" y="1637130"/>
            <a:ext cx="1995442" cy="802332"/>
          </a:xfrm>
        </p:spPr>
        <p:txBody>
          <a:bodyPr anchor="b"/>
          <a:lstStyle>
            <a:lvl1pPr marL="0" indent="0">
              <a:buNone/>
              <a:defRPr sz="1230" b="1"/>
            </a:lvl1pPr>
            <a:lvl2pPr marL="234315" indent="0">
              <a:buNone/>
              <a:defRPr sz="1025" b="1"/>
            </a:lvl2pPr>
            <a:lvl3pPr marL="467995" indent="0">
              <a:buNone/>
              <a:defRPr sz="930" b="1"/>
            </a:lvl3pPr>
            <a:lvl4pPr marL="702310" indent="0">
              <a:buNone/>
              <a:defRPr sz="820" b="1"/>
            </a:lvl4pPr>
            <a:lvl5pPr marL="937895" indent="0">
              <a:buNone/>
              <a:defRPr sz="820" b="1"/>
            </a:lvl5pPr>
            <a:lvl6pPr marL="1172210" indent="0">
              <a:buNone/>
              <a:defRPr sz="820" b="1"/>
            </a:lvl6pPr>
            <a:lvl7pPr marL="1405255" indent="0">
              <a:buNone/>
              <a:defRPr sz="820" b="1"/>
            </a:lvl7pPr>
            <a:lvl8pPr marL="1640205" indent="0">
              <a:buNone/>
              <a:defRPr sz="820" b="1"/>
            </a:lvl8pPr>
            <a:lvl9pPr marL="1873885" indent="0">
              <a:buNone/>
              <a:defRPr sz="82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2376196" y="2439461"/>
            <a:ext cx="1995442" cy="3588086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307" y="445228"/>
            <a:ext cx="1513848" cy="1558286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995442" y="961564"/>
            <a:ext cx="2376196" cy="4745976"/>
          </a:xfrm>
        </p:spPr>
        <p:txBody>
          <a:bodyPr/>
          <a:lstStyle>
            <a:lvl1pPr>
              <a:defRPr sz="1640"/>
            </a:lvl1pPr>
            <a:lvl2pPr>
              <a:defRPr sz="1445"/>
            </a:lvl2pPr>
            <a:lvl3pPr>
              <a:defRPr sz="1230"/>
            </a:lvl3pPr>
            <a:lvl4pPr>
              <a:defRPr sz="1025"/>
            </a:lvl4pPr>
            <a:lvl5pPr>
              <a:defRPr sz="1025"/>
            </a:lvl5pPr>
            <a:lvl6pPr>
              <a:defRPr sz="1025"/>
            </a:lvl6pPr>
            <a:lvl7pPr>
              <a:defRPr sz="1025"/>
            </a:lvl7pPr>
            <a:lvl8pPr>
              <a:defRPr sz="1025"/>
            </a:lvl8pPr>
            <a:lvl9pPr>
              <a:defRPr sz="1025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3307" y="2003511"/>
            <a:ext cx="1513848" cy="3711759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20"/>
            </a:lvl2pPr>
            <a:lvl3pPr marL="467995" indent="0">
              <a:buNone/>
              <a:defRPr sz="620"/>
            </a:lvl3pPr>
            <a:lvl4pPr marL="702310" indent="0">
              <a:buNone/>
              <a:defRPr sz="520"/>
            </a:lvl4pPr>
            <a:lvl5pPr marL="937895" indent="0">
              <a:buNone/>
              <a:defRPr sz="520"/>
            </a:lvl5pPr>
            <a:lvl6pPr marL="1172210" indent="0">
              <a:buNone/>
              <a:defRPr sz="520"/>
            </a:lvl6pPr>
            <a:lvl7pPr marL="1405255" indent="0">
              <a:buNone/>
              <a:defRPr sz="520"/>
            </a:lvl7pPr>
            <a:lvl8pPr marL="1640205" indent="0">
              <a:buNone/>
              <a:defRPr sz="520"/>
            </a:lvl8pPr>
            <a:lvl9pPr marL="1873885" indent="0">
              <a:buNone/>
              <a:defRPr sz="5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23307" y="445228"/>
            <a:ext cx="1513848" cy="1558286"/>
          </a:xfrm>
        </p:spPr>
        <p:txBody>
          <a:bodyPr anchor="b"/>
          <a:lstStyle>
            <a:lvl1pPr>
              <a:defRPr sz="164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995442" y="961564"/>
            <a:ext cx="2376196" cy="4745976"/>
          </a:xfrm>
        </p:spPr>
        <p:txBody>
          <a:bodyPr/>
          <a:lstStyle>
            <a:lvl1pPr marL="0" indent="0">
              <a:buNone/>
              <a:defRPr sz="1640"/>
            </a:lvl1pPr>
            <a:lvl2pPr marL="234315" indent="0">
              <a:buNone/>
              <a:defRPr sz="1445"/>
            </a:lvl2pPr>
            <a:lvl3pPr marL="467995" indent="0">
              <a:buNone/>
              <a:defRPr sz="1230"/>
            </a:lvl3pPr>
            <a:lvl4pPr marL="702310" indent="0">
              <a:buNone/>
              <a:defRPr sz="1025"/>
            </a:lvl4pPr>
            <a:lvl5pPr marL="937895" indent="0">
              <a:buNone/>
              <a:defRPr sz="1025"/>
            </a:lvl5pPr>
            <a:lvl6pPr marL="1172210" indent="0">
              <a:buNone/>
              <a:defRPr sz="1025"/>
            </a:lvl6pPr>
            <a:lvl7pPr marL="1405255" indent="0">
              <a:buNone/>
              <a:defRPr sz="1025"/>
            </a:lvl7pPr>
            <a:lvl8pPr marL="1640205" indent="0">
              <a:buNone/>
              <a:defRPr sz="1025"/>
            </a:lvl8pPr>
            <a:lvl9pPr marL="1873885" indent="0">
              <a:buNone/>
              <a:defRPr sz="1025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323307" y="2003511"/>
            <a:ext cx="1513848" cy="3711759"/>
          </a:xfrm>
        </p:spPr>
        <p:txBody>
          <a:bodyPr/>
          <a:lstStyle>
            <a:lvl1pPr marL="0" indent="0">
              <a:buNone/>
              <a:defRPr sz="820"/>
            </a:lvl1pPr>
            <a:lvl2pPr marL="234315" indent="0">
              <a:buNone/>
              <a:defRPr sz="720"/>
            </a:lvl2pPr>
            <a:lvl3pPr marL="467995" indent="0">
              <a:buNone/>
              <a:defRPr sz="620"/>
            </a:lvl3pPr>
            <a:lvl4pPr marL="702310" indent="0">
              <a:buNone/>
              <a:defRPr sz="520"/>
            </a:lvl4pPr>
            <a:lvl5pPr marL="937895" indent="0">
              <a:buNone/>
              <a:defRPr sz="520"/>
            </a:lvl5pPr>
            <a:lvl6pPr marL="1172210" indent="0">
              <a:buNone/>
              <a:defRPr sz="520"/>
            </a:lvl6pPr>
            <a:lvl7pPr marL="1405255" indent="0">
              <a:buNone/>
              <a:defRPr sz="520"/>
            </a:lvl7pPr>
            <a:lvl8pPr marL="1640205" indent="0">
              <a:buNone/>
              <a:defRPr sz="520"/>
            </a:lvl8pPr>
            <a:lvl9pPr marL="1873885" indent="0">
              <a:buNone/>
              <a:defRPr sz="52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3358945" y="355560"/>
            <a:ext cx="1012082" cy="5659619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22695" y="355560"/>
            <a:ext cx="2977579" cy="5659619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322695" y="355560"/>
            <a:ext cx="4048335" cy="12908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322695" y="1777809"/>
            <a:ext cx="4048335" cy="423736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322695" y="6189867"/>
            <a:ext cx="1056087" cy="355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97B5FA-0921-464F-AAE1-844C04324D75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1554793" y="6189867"/>
            <a:ext cx="1584132" cy="355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3314942" y="6189867"/>
            <a:ext cx="1056087" cy="3555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2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467995" rtl="0" eaLnBrk="1" latinLnBrk="0" hangingPunct="1">
        <a:lnSpc>
          <a:spcPct val="90000"/>
        </a:lnSpc>
        <a:spcBef>
          <a:spcPct val="0"/>
        </a:spcBef>
        <a:buNone/>
        <a:defRPr sz="225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18110" indent="-118110" algn="l" defTabSz="467995" rtl="0" eaLnBrk="1" latinLnBrk="0" hangingPunct="1">
        <a:lnSpc>
          <a:spcPct val="90000"/>
        </a:lnSpc>
        <a:spcBef>
          <a:spcPts val="505"/>
        </a:spcBef>
        <a:buFont typeface="Arial" panose="020B0604020202020204" pitchFamily="34" charset="0"/>
        <a:buChar char="•"/>
        <a:defRPr sz="1445" kern="1200">
          <a:solidFill>
            <a:schemeClr val="tx1"/>
          </a:solidFill>
          <a:latin typeface="+mn-lt"/>
          <a:ea typeface="+mn-ea"/>
          <a:cs typeface="+mn-cs"/>
        </a:defRPr>
      </a:lvl1pPr>
      <a:lvl2pPr marL="35179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230" kern="1200">
          <a:solidFill>
            <a:schemeClr val="tx1"/>
          </a:solidFill>
          <a:latin typeface="+mn-lt"/>
          <a:ea typeface="+mn-ea"/>
          <a:cs typeface="+mn-cs"/>
        </a:defRPr>
      </a:lvl2pPr>
      <a:lvl3pPr marL="58674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1025" kern="1200">
          <a:solidFill>
            <a:schemeClr val="tx1"/>
          </a:solidFill>
          <a:latin typeface="+mn-lt"/>
          <a:ea typeface="+mn-ea"/>
          <a:cs typeface="+mn-cs"/>
        </a:defRPr>
      </a:lvl3pPr>
      <a:lvl4pPr marL="82042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4pPr>
      <a:lvl5pPr marL="1054735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5pPr>
      <a:lvl6pPr marL="1287145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522095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75768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992630" indent="-118110" algn="l" defTabSz="467995" rtl="0" eaLnBrk="1" latinLnBrk="0" hangingPunct="1">
        <a:lnSpc>
          <a:spcPct val="90000"/>
        </a:lnSpc>
        <a:spcBef>
          <a:spcPts val="250"/>
        </a:spcBef>
        <a:buFont typeface="Arial" panose="020B0604020202020204" pitchFamily="34" charset="0"/>
        <a:buChar char="•"/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1pPr>
      <a:lvl2pPr marL="23431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2pPr>
      <a:lvl3pPr marL="46799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3pPr>
      <a:lvl4pPr marL="702310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4pPr>
      <a:lvl5pPr marL="93789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5pPr>
      <a:lvl6pPr marL="1172210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6pPr>
      <a:lvl7pPr marL="140525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7pPr>
      <a:lvl8pPr marL="164020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8pPr>
      <a:lvl9pPr marL="1873885" algn="l" defTabSz="467995" rtl="0" eaLnBrk="1" latinLnBrk="0" hangingPunct="1">
        <a:defRPr sz="93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slideLayout" Target="../slideLayouts/slideLayout1.xml"/><Relationship Id="rId6" Type="http://schemas.openxmlformats.org/officeDocument/2006/relationships/tags" Target="../tags/tag3.xml"/><Relationship Id="rId5" Type="http://schemas.openxmlformats.org/officeDocument/2006/relationships/tags" Target="../tags/tag2.xml"/><Relationship Id="rId4" Type="http://schemas.openxmlformats.org/officeDocument/2006/relationships/image" Target="../media/image3.emf"/><Relationship Id="rId3" Type="http://schemas.openxmlformats.org/officeDocument/2006/relationships/tags" Target="../tags/tag1.xml"/><Relationship Id="rId2" Type="http://schemas.openxmlformats.org/officeDocument/2006/relationships/image" Target="../media/image2.emf"/><Relationship Id="rId1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11" name="图片 10" descr="Figure 4(C)"/>
          <p:cNvPicPr>
            <a:picLocks noChangeAspect="1"/>
          </p:cNvPicPr>
          <p:nvPr/>
        </p:nvPicPr>
        <p:blipFill>
          <a:blip r:embed="rId1"/>
          <a:srcRect l="9172" t="3861" r="15645" b="5901"/>
          <a:stretch>
            <a:fillRect/>
          </a:stretch>
        </p:blipFill>
        <p:spPr>
          <a:xfrm>
            <a:off x="159388" y="4014160"/>
            <a:ext cx="3510778" cy="1821600"/>
          </a:xfrm>
          <a:prstGeom prst="rect">
            <a:avLst/>
          </a:prstGeom>
        </p:spPr>
      </p:pic>
      <p:sp>
        <p:nvSpPr>
          <p:cNvPr id="15" name="文本框 14"/>
          <p:cNvSpPr txBox="1"/>
          <p:nvPr/>
        </p:nvSpPr>
        <p:spPr>
          <a:xfrm>
            <a:off x="30481" y="5884271"/>
            <a:ext cx="4565747" cy="6299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/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Fig. 4. Comparison of distribution curves for sWHI and BMI.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A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 Distribution curves for sWHI.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(</a:t>
            </a:r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B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 Distribution curves for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BMI. (</a:t>
            </a:r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 Comparison of the distribution curves for sWHI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(the top two panels)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and BMI 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(the bottom two panels)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 across different age groups. In panel (</a:t>
            </a:r>
            <a:r>
              <a:rPr lang="en-US" altLang="zh-CN" sz="700" b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C</a:t>
            </a:r>
            <a:r>
              <a:rPr lang="en-US" altLang="zh-CN" sz="700">
                <a:latin typeface="Times New Roman" panose="02020603050405020304" charset="0"/>
                <a:cs typeface="Times New Roman" panose="02020603050405020304" charset="0"/>
                <a:sym typeface="+mn-ea"/>
              </a:rPr>
              <a:t>), data were pooled and categorized into three age groups (Age &lt; 25, 25 ≤ Age &lt; 50, and Age ≥ 50). For sWHI distribution curves, the 5th and 95th percentile positions are explicitly marked to illustrate the symmetry characteristics of the distribution.</a:t>
            </a:r>
            <a:endParaRPr lang="en-US" altLang="zh-CN" sz="700">
              <a:latin typeface="Times New Roman" panose="02020603050405020304" charset="0"/>
              <a:cs typeface="Times New Roman" panose="02020603050405020304" charset="0"/>
              <a:sym typeface="+mn-ea"/>
            </a:endParaRPr>
          </a:p>
        </p:txBody>
      </p:sp>
      <p:pic>
        <p:nvPicPr>
          <p:cNvPr id="2" name="图片 1" descr="Figure 4(A)"/>
          <p:cNvPicPr>
            <a:picLocks noChangeAspect="1"/>
          </p:cNvPicPr>
          <p:nvPr/>
        </p:nvPicPr>
        <p:blipFill>
          <a:blip r:embed="rId2"/>
          <a:srcRect l="10502" t="3799" r="27585" b="8768"/>
          <a:stretch>
            <a:fillRect/>
          </a:stretch>
        </p:blipFill>
        <p:spPr>
          <a:xfrm>
            <a:off x="155578" y="262508"/>
            <a:ext cx="4484292" cy="1764038"/>
          </a:xfrm>
          <a:prstGeom prst="rect">
            <a:avLst/>
          </a:prstGeom>
        </p:spPr>
      </p:pic>
      <p:sp>
        <p:nvSpPr>
          <p:cNvPr id="3" name="文本框 2"/>
          <p:cNvSpPr txBox="1"/>
          <p:nvPr>
            <p:custDataLst>
              <p:tags r:id="rId3"/>
            </p:custDataLst>
          </p:nvPr>
        </p:nvSpPr>
        <p:spPr>
          <a:xfrm>
            <a:off x="69851" y="108200"/>
            <a:ext cx="140338" cy="36576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A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pic>
        <p:nvPicPr>
          <p:cNvPr id="4" name="图片 3" descr="Figure 4(B)"/>
          <p:cNvPicPr>
            <a:picLocks noChangeAspect="1"/>
          </p:cNvPicPr>
          <p:nvPr/>
        </p:nvPicPr>
        <p:blipFill>
          <a:blip r:embed="rId4"/>
          <a:srcRect l="10502" t="3889" r="27734" b="8848"/>
          <a:stretch>
            <a:fillRect/>
          </a:stretch>
        </p:blipFill>
        <p:spPr>
          <a:xfrm>
            <a:off x="153673" y="2130717"/>
            <a:ext cx="4473482" cy="1764038"/>
          </a:xfrm>
          <a:prstGeom prst="rect">
            <a:avLst/>
          </a:prstGeom>
        </p:spPr>
      </p:pic>
      <p:sp>
        <p:nvSpPr>
          <p:cNvPr id="9" name="文本框 8"/>
          <p:cNvSpPr txBox="1"/>
          <p:nvPr>
            <p:custDataLst>
              <p:tags r:id="rId5"/>
            </p:custDataLst>
          </p:nvPr>
        </p:nvSpPr>
        <p:spPr>
          <a:xfrm>
            <a:off x="69851" y="1923703"/>
            <a:ext cx="140338" cy="36576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B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  <p:sp>
        <p:nvSpPr>
          <p:cNvPr id="10" name="文本框 9"/>
          <p:cNvSpPr txBox="1"/>
          <p:nvPr>
            <p:custDataLst>
              <p:tags r:id="rId6"/>
            </p:custDataLst>
          </p:nvPr>
        </p:nvSpPr>
        <p:spPr>
          <a:xfrm>
            <a:off x="50801" y="3868749"/>
            <a:ext cx="140338" cy="365768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pPr algn="ctr"/>
            <a:r>
              <a:rPr lang="en-US" altLang="zh-CN" sz="1200" b="1">
                <a:latin typeface="Times New Roman" panose="02020603050405020304" charset="0"/>
                <a:cs typeface="Times New Roman" panose="02020603050405020304" charset="0"/>
              </a:rPr>
              <a:t>C</a:t>
            </a:r>
            <a:endParaRPr lang="en-US" altLang="zh-CN" sz="1200" b="1">
              <a:latin typeface="Times New Roman" panose="02020603050405020304" charset="0"/>
              <a:cs typeface="Times New Roman" panose="02020603050405020304" charset="0"/>
            </a:endParaRPr>
          </a:p>
        </p:txBody>
      </p:sp>
    </p:spTree>
  </p:cSld>
  <p:clrMapOvr>
    <a:masterClrMapping/>
  </p:clrMapOvr>
</p:sld>
</file>

<file path=ppt/tags/tag1.xml><?xml version="1.0" encoding="utf-8"?>
<p:tagLst xmlns:p="http://schemas.openxmlformats.org/presentationml/2006/main">
  <p:tag name="KSO_WM_DIAGRAM_VIRTUALLY_FRAME" val="{&quot;height&quot;:396.8203149606299,&quot;left&quot;:5.878346456692913,&quot;top&quot;:19.499212598425196,&quot;width&quot;:553.4456692913386}"/>
</p:tagLst>
</file>

<file path=ppt/tags/tag2.xml><?xml version="1.0" encoding="utf-8"?>
<p:tagLst xmlns:p="http://schemas.openxmlformats.org/presentationml/2006/main">
  <p:tag name="KSO_WM_DIAGRAM_VIRTUALLY_FRAME" val="{&quot;height&quot;:396.8203149606299,&quot;left&quot;:5.878346456692913,&quot;top&quot;:19.499212598425196,&quot;width&quot;:553.4456692913386}"/>
</p:tagLst>
</file>

<file path=ppt/tags/tag3.xml><?xml version="1.0" encoding="utf-8"?>
<p:tagLst xmlns:p="http://schemas.openxmlformats.org/presentationml/2006/main">
  <p:tag name="KSO_WM_DIAGRAM_VIRTUALLY_FRAME" val="{&quot;height&quot;:396.8203149606299,&quot;left&quot;:5.878346456692913,&quot;top&quot;:19.499212598425196,&quot;width&quot;:553.4456692913386}"/>
</p:tagLst>
</file>

<file path=ppt/tags/tag4.xml><?xml version="1.0" encoding="utf-8"?>
<p:tagLst xmlns:p="http://schemas.openxmlformats.org/presentationml/2006/main">
  <p:tag name="commondata" val="eyJoZGlkIjoiMWU4NTYwNDRjODQ2YTFjZWMxNzg1ZTdjYzJmZWI4OGQifQ==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526</Words>
  <Application>WPS 演示</Application>
  <PresentationFormat>宽屏</PresentationFormat>
  <Paragraphs>8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宋体</vt:lpstr>
      <vt:lpstr>Wingdings</vt:lpstr>
      <vt:lpstr>Times New Roman</vt:lpstr>
      <vt:lpstr>微软雅黑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taojin xu</dc:creator>
  <cp:lastModifiedBy>Taukim Xu-じょ　とうきん</cp:lastModifiedBy>
  <cp:revision>168</cp:revision>
  <dcterms:created xsi:type="dcterms:W3CDTF">2023-08-09T12:44:00Z</dcterms:created>
  <dcterms:modified xsi:type="dcterms:W3CDTF">2026-06-05T10:30:48Z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3B0086CAF875411CACBDA13AB9801EF4_13</vt:lpwstr>
  </property>
  <property fmtid="{D5CDD505-2E9C-101B-9397-08002B2CF9AE}" pid="3" name="KSOProductBuildVer">
    <vt:lpwstr>2052-12.1.0.26895</vt:lpwstr>
  </property>
</Properties>
</file>
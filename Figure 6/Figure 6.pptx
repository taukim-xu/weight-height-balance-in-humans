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599815" cy="395986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3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1219" y="649599"/>
            <a:ext cx="2707302" cy="1381890"/>
          </a:xfrm>
        </p:spPr>
        <p:txBody>
          <a:bodyPr anchor="b"/>
          <a:lstStyle>
            <a:lvl1pPr algn="ctr">
              <a:defRPr sz="23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219" y="2084779"/>
            <a:ext cx="2707302" cy="958317"/>
          </a:xfrm>
        </p:spPr>
        <p:txBody>
          <a:bodyPr/>
          <a:lstStyle>
            <a:lvl1pPr marL="0" indent="0" algn="ctr">
              <a:buNone/>
              <a:defRPr sz="945"/>
            </a:lvl1pPr>
            <a:lvl2pPr marL="180340" indent="0" algn="ctr">
              <a:buNone/>
              <a:defRPr sz="790"/>
            </a:lvl2pPr>
            <a:lvl3pPr marL="360045" indent="0" algn="ctr">
              <a:buNone/>
              <a:defRPr sz="715"/>
            </a:lvl3pPr>
            <a:lvl4pPr marL="540385" indent="0" algn="ctr">
              <a:buNone/>
              <a:defRPr sz="630"/>
            </a:lvl4pPr>
            <a:lvl5pPr marL="721360" indent="0" algn="ctr">
              <a:buNone/>
              <a:defRPr sz="630"/>
            </a:lvl5pPr>
            <a:lvl6pPr marL="901700" indent="0" algn="ctr">
              <a:buNone/>
              <a:defRPr sz="630"/>
            </a:lvl6pPr>
            <a:lvl7pPr marL="1080770" indent="0" algn="ctr">
              <a:buNone/>
              <a:defRPr sz="630"/>
            </a:lvl7pPr>
            <a:lvl8pPr marL="1261745" indent="0" algn="ctr">
              <a:buNone/>
              <a:defRPr sz="630"/>
            </a:lvl8pPr>
            <a:lvl9pPr marL="1441450" indent="0" algn="ctr">
              <a:buNone/>
              <a:defRPr sz="6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288" y="989558"/>
            <a:ext cx="3113397" cy="1651101"/>
          </a:xfrm>
        </p:spPr>
        <p:txBody>
          <a:bodyPr anchor="b"/>
          <a:lstStyle>
            <a:lvl1pPr>
              <a:defRPr sz="23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6288" y="2656278"/>
            <a:ext cx="3113397" cy="868273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1pPr>
            <a:lvl2pPr marL="18034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2pPr>
            <a:lvl3pPr marL="360045" indent="0">
              <a:buNone/>
              <a:defRPr sz="715">
                <a:solidFill>
                  <a:schemeClr val="tx1">
                    <a:tint val="75000"/>
                  </a:schemeClr>
                </a:solidFill>
              </a:defRPr>
            </a:lvl3pPr>
            <a:lvl4pPr marL="54038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136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170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77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174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145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8169" y="1056631"/>
            <a:ext cx="1534139" cy="251845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827428" y="1056631"/>
            <a:ext cx="1534139" cy="251845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640" y="211324"/>
            <a:ext cx="3113397" cy="7672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8640" y="973019"/>
            <a:ext cx="1527087" cy="476862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340" indent="0">
              <a:buNone/>
              <a:defRPr sz="790" b="1"/>
            </a:lvl2pPr>
            <a:lvl3pPr marL="360045" indent="0">
              <a:buNone/>
              <a:defRPr sz="715" b="1"/>
            </a:lvl3pPr>
            <a:lvl4pPr marL="540385" indent="0">
              <a:buNone/>
              <a:defRPr sz="630" b="1"/>
            </a:lvl4pPr>
            <a:lvl5pPr marL="721360" indent="0">
              <a:buNone/>
              <a:defRPr sz="630" b="1"/>
            </a:lvl5pPr>
            <a:lvl6pPr marL="901700" indent="0">
              <a:buNone/>
              <a:defRPr sz="630" b="1"/>
            </a:lvl6pPr>
            <a:lvl7pPr marL="1080770" indent="0">
              <a:buNone/>
              <a:defRPr sz="630" b="1"/>
            </a:lvl7pPr>
            <a:lvl8pPr marL="1261745" indent="0">
              <a:buNone/>
              <a:defRPr sz="630" b="1"/>
            </a:lvl8pPr>
            <a:lvl9pPr marL="1441450" indent="0">
              <a:buNone/>
              <a:defRPr sz="6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48640" y="1449881"/>
            <a:ext cx="1527087" cy="213255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827428" y="973019"/>
            <a:ext cx="1534607" cy="476862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340" indent="0">
              <a:buNone/>
              <a:defRPr sz="790" b="1"/>
            </a:lvl2pPr>
            <a:lvl3pPr marL="360045" indent="0">
              <a:buNone/>
              <a:defRPr sz="715" b="1"/>
            </a:lvl3pPr>
            <a:lvl4pPr marL="540385" indent="0">
              <a:buNone/>
              <a:defRPr sz="630" b="1"/>
            </a:lvl4pPr>
            <a:lvl5pPr marL="721360" indent="0">
              <a:buNone/>
              <a:defRPr sz="630" b="1"/>
            </a:lvl5pPr>
            <a:lvl6pPr marL="901700" indent="0">
              <a:buNone/>
              <a:defRPr sz="630" b="1"/>
            </a:lvl6pPr>
            <a:lvl7pPr marL="1080770" indent="0">
              <a:buNone/>
              <a:defRPr sz="630" b="1"/>
            </a:lvl7pPr>
            <a:lvl8pPr marL="1261745" indent="0">
              <a:buNone/>
              <a:defRPr sz="630" b="1"/>
            </a:lvl8pPr>
            <a:lvl9pPr marL="1441450" indent="0">
              <a:buNone/>
              <a:defRPr sz="6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827428" y="1449881"/>
            <a:ext cx="1534607" cy="213255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640" y="264618"/>
            <a:ext cx="1164234" cy="92615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4607" y="571500"/>
            <a:ext cx="1827428" cy="2820745"/>
          </a:xfrm>
        </p:spPr>
        <p:txBody>
          <a:bodyPr/>
          <a:lstStyle>
            <a:lvl1pPr>
              <a:defRPr sz="1260"/>
            </a:lvl1pPr>
            <a:lvl2pPr>
              <a:defRPr sz="1110"/>
            </a:lvl2pPr>
            <a:lvl3pPr>
              <a:defRPr sz="945"/>
            </a:lvl3pPr>
            <a:lvl4pPr>
              <a:defRPr sz="790"/>
            </a:lvl4pPr>
            <a:lvl5pPr>
              <a:defRPr sz="790"/>
            </a:lvl5pPr>
            <a:lvl6pPr>
              <a:defRPr sz="790"/>
            </a:lvl6pPr>
            <a:lvl7pPr>
              <a:defRPr sz="790"/>
            </a:lvl7pPr>
            <a:lvl8pPr>
              <a:defRPr sz="790"/>
            </a:lvl8pPr>
            <a:lvl9pPr>
              <a:defRPr sz="7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8640" y="1190776"/>
            <a:ext cx="1164234" cy="2206063"/>
          </a:xfrm>
        </p:spPr>
        <p:txBody>
          <a:bodyPr/>
          <a:lstStyle>
            <a:lvl1pPr marL="0" indent="0">
              <a:buNone/>
              <a:defRPr sz="630"/>
            </a:lvl1pPr>
            <a:lvl2pPr marL="180340" indent="0">
              <a:buNone/>
              <a:defRPr sz="555"/>
            </a:lvl2pPr>
            <a:lvl3pPr marL="360045" indent="0">
              <a:buNone/>
              <a:defRPr sz="475"/>
            </a:lvl3pPr>
            <a:lvl4pPr marL="540385" indent="0">
              <a:buNone/>
              <a:defRPr sz="400"/>
            </a:lvl4pPr>
            <a:lvl5pPr marL="721360" indent="0">
              <a:buNone/>
              <a:defRPr sz="400"/>
            </a:lvl5pPr>
            <a:lvl6pPr marL="901700" indent="0">
              <a:buNone/>
              <a:defRPr sz="400"/>
            </a:lvl6pPr>
            <a:lvl7pPr marL="1080770" indent="0">
              <a:buNone/>
              <a:defRPr sz="400"/>
            </a:lvl7pPr>
            <a:lvl8pPr marL="1261745" indent="0">
              <a:buNone/>
              <a:defRPr sz="400"/>
            </a:lvl8pPr>
            <a:lvl9pPr marL="1441450" indent="0">
              <a:buNone/>
              <a:defRPr sz="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640" y="264618"/>
            <a:ext cx="1164234" cy="92615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34607" y="571500"/>
            <a:ext cx="1827428" cy="2820745"/>
          </a:xfrm>
        </p:spPr>
        <p:txBody>
          <a:bodyPr/>
          <a:lstStyle>
            <a:lvl1pPr marL="0" indent="0">
              <a:buNone/>
              <a:defRPr sz="1260"/>
            </a:lvl1pPr>
            <a:lvl2pPr marL="180340" indent="0">
              <a:buNone/>
              <a:defRPr sz="1110"/>
            </a:lvl2pPr>
            <a:lvl3pPr marL="360045" indent="0">
              <a:buNone/>
              <a:defRPr sz="945"/>
            </a:lvl3pPr>
            <a:lvl4pPr marL="540385" indent="0">
              <a:buNone/>
              <a:defRPr sz="790"/>
            </a:lvl4pPr>
            <a:lvl5pPr marL="721360" indent="0">
              <a:buNone/>
              <a:defRPr sz="790"/>
            </a:lvl5pPr>
            <a:lvl6pPr marL="901700" indent="0">
              <a:buNone/>
              <a:defRPr sz="790"/>
            </a:lvl6pPr>
            <a:lvl7pPr marL="1080770" indent="0">
              <a:buNone/>
              <a:defRPr sz="790"/>
            </a:lvl7pPr>
            <a:lvl8pPr marL="1261745" indent="0">
              <a:buNone/>
              <a:defRPr sz="790"/>
            </a:lvl8pPr>
            <a:lvl9pPr marL="1441450" indent="0">
              <a:buNone/>
              <a:defRPr sz="7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8640" y="1190776"/>
            <a:ext cx="1164234" cy="2206063"/>
          </a:xfrm>
        </p:spPr>
        <p:txBody>
          <a:bodyPr/>
          <a:lstStyle>
            <a:lvl1pPr marL="0" indent="0">
              <a:buNone/>
              <a:defRPr sz="630"/>
            </a:lvl1pPr>
            <a:lvl2pPr marL="180340" indent="0">
              <a:buNone/>
              <a:defRPr sz="555"/>
            </a:lvl2pPr>
            <a:lvl3pPr marL="360045" indent="0">
              <a:buNone/>
              <a:defRPr sz="475"/>
            </a:lvl3pPr>
            <a:lvl4pPr marL="540385" indent="0">
              <a:buNone/>
              <a:defRPr sz="400"/>
            </a:lvl4pPr>
            <a:lvl5pPr marL="721360" indent="0">
              <a:buNone/>
              <a:defRPr sz="400"/>
            </a:lvl5pPr>
            <a:lvl6pPr marL="901700" indent="0">
              <a:buNone/>
              <a:defRPr sz="400"/>
            </a:lvl6pPr>
            <a:lvl7pPr marL="1080770" indent="0">
              <a:buNone/>
              <a:defRPr sz="400"/>
            </a:lvl7pPr>
            <a:lvl8pPr marL="1261745" indent="0">
              <a:buNone/>
              <a:defRPr sz="400"/>
            </a:lvl8pPr>
            <a:lvl9pPr marL="1441450" indent="0">
              <a:buNone/>
              <a:defRPr sz="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583216" y="211324"/>
            <a:ext cx="778348" cy="33637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8169" y="211324"/>
            <a:ext cx="2289925" cy="33637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48169" y="211324"/>
            <a:ext cx="3113397" cy="767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8169" y="1056631"/>
            <a:ext cx="3113397" cy="2518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48169" y="3678913"/>
            <a:ext cx="812189" cy="211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195724" y="3678913"/>
            <a:ext cx="1218286" cy="211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549377" y="3678913"/>
            <a:ext cx="812189" cy="211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60045" rtl="0" eaLnBrk="1" latinLnBrk="0" hangingPunct="1">
        <a:lnSpc>
          <a:spcPct val="90000"/>
        </a:lnSpc>
        <a:spcBef>
          <a:spcPct val="0"/>
        </a:spcBef>
        <a:buNone/>
        <a:defRPr sz="17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805" indent="-90805" algn="l" defTabSz="360045" rtl="0" eaLnBrk="1" latinLnBrk="0" hangingPunct="1">
        <a:lnSpc>
          <a:spcPct val="90000"/>
        </a:lnSpc>
        <a:spcBef>
          <a:spcPct val="78000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1pPr>
      <a:lvl2pPr marL="270510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1485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3pPr>
      <a:lvl4pPr marL="631190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4pPr>
      <a:lvl5pPr marL="811530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5pPr>
      <a:lvl6pPr marL="989965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6pPr>
      <a:lvl7pPr marL="1170940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7pPr>
      <a:lvl8pPr marL="1351915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8pPr>
      <a:lvl9pPr marL="1532890" indent="-90805" algn="l" defTabSz="360045" rtl="0" eaLnBrk="1" latinLnBrk="0" hangingPunct="1">
        <a:lnSpc>
          <a:spcPct val="90000"/>
        </a:lnSpc>
        <a:spcBef>
          <a:spcPct val="3900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3pPr>
      <a:lvl4pPr marL="54038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4pPr>
      <a:lvl5pPr marL="72136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5pPr>
      <a:lvl6pPr marL="90170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6pPr>
      <a:lvl7pPr marL="108077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8pPr>
      <a:lvl9pPr marL="144145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Figure 6(b)"/>
          <p:cNvPicPr>
            <a:picLocks noChangeAspect="1"/>
          </p:cNvPicPr>
          <p:nvPr/>
        </p:nvPicPr>
        <p:blipFill>
          <a:blip r:embed="rId1"/>
          <a:srcRect l="9067" t="5541" r="14906" b="13587"/>
          <a:stretch>
            <a:fillRect/>
          </a:stretch>
        </p:blipFill>
        <p:spPr>
          <a:xfrm>
            <a:off x="107315" y="1207135"/>
            <a:ext cx="3420000" cy="2663791"/>
          </a:xfrm>
          <a:prstGeom prst="rect">
            <a:avLst/>
          </a:prstGeom>
        </p:spPr>
      </p:pic>
      <p:pic>
        <p:nvPicPr>
          <p:cNvPr id="6" name="图片 5" descr="Figure 6(a)"/>
          <p:cNvPicPr>
            <a:picLocks noChangeAspect="1"/>
          </p:cNvPicPr>
          <p:nvPr/>
        </p:nvPicPr>
        <p:blipFill>
          <a:blip r:embed="rId2"/>
          <a:srcRect l="9190" t="249" r="15400" b="914"/>
          <a:stretch>
            <a:fillRect/>
          </a:stretch>
        </p:blipFill>
        <p:spPr>
          <a:xfrm>
            <a:off x="111951" y="205436"/>
            <a:ext cx="3420176" cy="95124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8270" y="9525"/>
            <a:ext cx="2744470" cy="173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Taukim Xu, et.al. Figure 6. 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34612" y="102299"/>
            <a:ext cx="136940" cy="35717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4612" y="1098920"/>
            <a:ext cx="136940" cy="35717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391.95270640215534}"/>
</p:tagLst>
</file>

<file path=ppt/tags/tag2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391.95270640215534}"/>
</p:tagLst>
</file>

<file path=ppt/tags/tag3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147</cp:revision>
  <dcterms:created xsi:type="dcterms:W3CDTF">2023-08-09T12:44:00Z</dcterms:created>
  <dcterms:modified xsi:type="dcterms:W3CDTF">2025-12-31T09:48:40Z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
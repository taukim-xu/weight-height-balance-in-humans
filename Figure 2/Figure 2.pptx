
<file path=[Content_Types].xml><?xml version="1.0" encoding="utf-8"?>
<Types xmlns="http://schemas.openxmlformats.org/package/2006/content-types">
  <Default Extension="jpeg" ContentType="image/jpeg"/>
  <Default Extension="JPG" ContentType="image/.jpg"/>
  <Default Extension="emf" ContentType="image/x-emf"/>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3"/>
  </p:sldIdLst>
  <p:sldSz cx="3599815" cy="3419475"/>
  <p:notesSz cx="6858000" cy="9144000"/>
  <p:custDataLst>
    <p:tags r:id="rId7"/>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p:cViewPr varScale="1">
        <p:scale>
          <a:sx n="116" d="100"/>
          <a:sy n="116" d="100"/>
        </p:scale>
        <p:origin x="336"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7" Type="http://schemas.openxmlformats.org/officeDocument/2006/relationships/tags" Target="tags/tag2.xml"/><Relationship Id="rId6" Type="http://schemas.openxmlformats.org/officeDocument/2006/relationships/tableStyles" Target="tableStyles.xml"/><Relationship Id="rId5" Type="http://schemas.openxmlformats.org/officeDocument/2006/relationships/viewProps" Target="viewProps.xml"/><Relationship Id="rId4" Type="http://schemas.openxmlformats.org/officeDocument/2006/relationships/presProps" Target="presProps.xml"/><Relationship Id="rId3" Type="http://schemas.openxmlformats.org/officeDocument/2006/relationships/slide" Target="slides/slide1.xml"/><Relationship Id="rId2" Type="http://schemas.openxmlformats.org/officeDocument/2006/relationships/theme" Target="theme/theme1.xml"/><Relationship Id="rId1" Type="http://schemas.openxmlformats.org/officeDocument/2006/relationships/slideMaster" Target="slideMasters/slideMaster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450984" y="560866"/>
            <a:ext cx="2705902" cy="1193129"/>
          </a:xfrm>
        </p:spPr>
        <p:txBody>
          <a:bodyPr anchor="b"/>
          <a:lstStyle>
            <a:lvl1pPr algn="ctr">
              <a:defRPr sz="2365"/>
            </a:lvl1pPr>
          </a:lstStyle>
          <a:p>
            <a:r>
              <a:rPr lang="zh-CN" altLang="en-US" smtClean="0"/>
              <a:t>单击此处编辑母版标题样式</a:t>
            </a:r>
            <a:endParaRPr lang="zh-CN" altLang="en-US"/>
          </a:p>
        </p:txBody>
      </p:sp>
      <p:sp>
        <p:nvSpPr>
          <p:cNvPr id="3" name="副标题 2"/>
          <p:cNvSpPr>
            <a:spLocks noGrp="1"/>
          </p:cNvSpPr>
          <p:nvPr>
            <p:ph type="subTitle" idx="1"/>
          </p:nvPr>
        </p:nvSpPr>
        <p:spPr>
          <a:xfrm>
            <a:off x="450984" y="1800007"/>
            <a:ext cx="2705902" cy="827416"/>
          </a:xfrm>
        </p:spPr>
        <p:txBody>
          <a:bodyPr/>
          <a:lstStyle>
            <a:lvl1pPr marL="0" indent="0" algn="ctr">
              <a:buNone/>
              <a:defRPr sz="945"/>
            </a:lvl1pPr>
            <a:lvl2pPr marL="180340" indent="0" algn="ctr">
              <a:buNone/>
              <a:defRPr sz="790"/>
            </a:lvl2pPr>
            <a:lvl3pPr marL="360045" indent="0" algn="ctr">
              <a:buNone/>
              <a:defRPr sz="715"/>
            </a:lvl3pPr>
            <a:lvl4pPr marL="540385" indent="0" algn="ctr">
              <a:buNone/>
              <a:defRPr sz="630"/>
            </a:lvl4pPr>
            <a:lvl5pPr marL="720725" indent="0" algn="ctr">
              <a:buNone/>
              <a:defRPr sz="630"/>
            </a:lvl5pPr>
            <a:lvl6pPr marL="901700" indent="0" algn="ctr">
              <a:buNone/>
              <a:defRPr sz="630"/>
            </a:lvl6pPr>
            <a:lvl7pPr marL="1080770" indent="0" algn="ctr">
              <a:buNone/>
              <a:defRPr sz="630"/>
            </a:lvl7pPr>
            <a:lvl8pPr marL="1261745" indent="0" algn="ctr">
              <a:buNone/>
              <a:defRPr sz="630"/>
            </a:lvl8pPr>
            <a:lvl9pPr marL="1440815" indent="0" algn="ctr">
              <a:buNone/>
              <a:defRPr sz="630"/>
            </a:lvl9pPr>
          </a:lstStyle>
          <a:p>
            <a:r>
              <a:rPr lang="zh-CN" altLang="en-US" smtClean="0"/>
              <a:t>单击此处编辑母版副标题样式</a:t>
            </a:r>
            <a:endParaRPr lang="zh-CN" altLang="en-US"/>
          </a:p>
        </p:txBody>
      </p:sp>
      <p:sp>
        <p:nvSpPr>
          <p:cNvPr id="4" name="日期占位符 3"/>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idx="1"/>
          </p:nvPr>
        </p:nvSpPr>
        <p:spPr/>
        <p:txBody>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日期占位符 3"/>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246161" y="854389"/>
            <a:ext cx="3111789" cy="1425566"/>
          </a:xfrm>
        </p:spPr>
        <p:txBody>
          <a:bodyPr anchor="b"/>
          <a:lstStyle>
            <a:lvl1pPr>
              <a:defRPr sz="2365"/>
            </a:lvl1p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246161" y="2293442"/>
            <a:ext cx="3111789" cy="749670"/>
          </a:xfrm>
        </p:spPr>
        <p:txBody>
          <a:bodyPr/>
          <a:lstStyle>
            <a:lvl1pPr marL="0" indent="0">
              <a:buNone/>
              <a:defRPr sz="945">
                <a:solidFill>
                  <a:schemeClr val="tx1">
                    <a:tint val="75000"/>
                  </a:schemeClr>
                </a:solidFill>
              </a:defRPr>
            </a:lvl1pPr>
            <a:lvl2pPr marL="180340" indent="0">
              <a:buNone/>
              <a:defRPr sz="790">
                <a:solidFill>
                  <a:schemeClr val="tx1">
                    <a:tint val="75000"/>
                  </a:schemeClr>
                </a:solidFill>
              </a:defRPr>
            </a:lvl2pPr>
            <a:lvl3pPr marL="360045" indent="0">
              <a:buNone/>
              <a:defRPr sz="715">
                <a:solidFill>
                  <a:schemeClr val="tx1">
                    <a:tint val="75000"/>
                  </a:schemeClr>
                </a:solidFill>
              </a:defRPr>
            </a:lvl3pPr>
            <a:lvl4pPr marL="540385" indent="0">
              <a:buNone/>
              <a:defRPr sz="630">
                <a:solidFill>
                  <a:schemeClr val="tx1">
                    <a:tint val="75000"/>
                  </a:schemeClr>
                </a:solidFill>
              </a:defRPr>
            </a:lvl4pPr>
            <a:lvl5pPr marL="720725" indent="0">
              <a:buNone/>
              <a:defRPr sz="630">
                <a:solidFill>
                  <a:schemeClr val="tx1">
                    <a:tint val="75000"/>
                  </a:schemeClr>
                </a:solidFill>
              </a:defRPr>
            </a:lvl5pPr>
            <a:lvl6pPr marL="901700" indent="0">
              <a:buNone/>
              <a:defRPr sz="630">
                <a:solidFill>
                  <a:schemeClr val="tx1">
                    <a:tint val="75000"/>
                  </a:schemeClr>
                </a:solidFill>
              </a:defRPr>
            </a:lvl6pPr>
            <a:lvl7pPr marL="1080770" indent="0">
              <a:buNone/>
              <a:defRPr sz="630">
                <a:solidFill>
                  <a:schemeClr val="tx1">
                    <a:tint val="75000"/>
                  </a:schemeClr>
                </a:solidFill>
              </a:defRPr>
            </a:lvl7pPr>
            <a:lvl8pPr marL="1261745" indent="0">
              <a:buNone/>
              <a:defRPr sz="630">
                <a:solidFill>
                  <a:schemeClr val="tx1">
                    <a:tint val="75000"/>
                  </a:schemeClr>
                </a:solidFill>
              </a:defRPr>
            </a:lvl8pPr>
            <a:lvl9pPr marL="1440815" indent="0">
              <a:buNone/>
              <a:defRPr sz="630">
                <a:solidFill>
                  <a:schemeClr val="tx1">
                    <a:tint val="75000"/>
                  </a:schemeClr>
                </a:solidFill>
              </a:defRPr>
            </a:lvl9pPr>
          </a:lstStyle>
          <a:p>
            <a:pPr lvl="0"/>
            <a:r>
              <a:rPr lang="zh-CN" altLang="en-US" smtClean="0"/>
              <a:t>单击此处编辑母版文本样式</a:t>
            </a:r>
            <a:endParaRPr lang="zh-CN" altLang="en-US" smtClean="0"/>
          </a:p>
        </p:txBody>
      </p:sp>
      <p:sp>
        <p:nvSpPr>
          <p:cNvPr id="4" name="日期占位符 3"/>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sz="half" idx="1"/>
          </p:nvPr>
        </p:nvSpPr>
        <p:spPr>
          <a:xfrm>
            <a:off x="248042" y="912300"/>
            <a:ext cx="1533347" cy="2174446"/>
          </a:xfrm>
        </p:spPr>
        <p:txBody>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内容占位符 3"/>
          <p:cNvSpPr>
            <a:spLocks noGrp="1"/>
          </p:cNvSpPr>
          <p:nvPr>
            <p:ph sz="half" idx="2"/>
          </p:nvPr>
        </p:nvSpPr>
        <p:spPr>
          <a:xfrm>
            <a:off x="1826485" y="912300"/>
            <a:ext cx="1533347" cy="2174446"/>
          </a:xfrm>
        </p:spPr>
        <p:txBody>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5" name="日期占位符 4"/>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248512" y="182459"/>
            <a:ext cx="3111789" cy="662410"/>
          </a:xfrm>
        </p:spPr>
        <p:txBody>
          <a:body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248512" y="840109"/>
            <a:ext cx="1526298" cy="411724"/>
          </a:xfrm>
        </p:spPr>
        <p:txBody>
          <a:bodyPr anchor="b"/>
          <a:lstStyle>
            <a:lvl1pPr marL="0" indent="0">
              <a:buNone/>
              <a:defRPr sz="945" b="1"/>
            </a:lvl1pPr>
            <a:lvl2pPr marL="180340" indent="0">
              <a:buNone/>
              <a:defRPr sz="790" b="1"/>
            </a:lvl2pPr>
            <a:lvl3pPr marL="360045" indent="0">
              <a:buNone/>
              <a:defRPr sz="715" b="1"/>
            </a:lvl3pPr>
            <a:lvl4pPr marL="540385" indent="0">
              <a:buNone/>
              <a:defRPr sz="630" b="1"/>
            </a:lvl4pPr>
            <a:lvl5pPr marL="720725" indent="0">
              <a:buNone/>
              <a:defRPr sz="630" b="1"/>
            </a:lvl5pPr>
            <a:lvl6pPr marL="901700" indent="0">
              <a:buNone/>
              <a:defRPr sz="630" b="1"/>
            </a:lvl6pPr>
            <a:lvl7pPr marL="1080770" indent="0">
              <a:buNone/>
              <a:defRPr sz="630" b="1"/>
            </a:lvl7pPr>
            <a:lvl8pPr marL="1261745" indent="0">
              <a:buNone/>
              <a:defRPr sz="630" b="1"/>
            </a:lvl8pPr>
            <a:lvl9pPr marL="1440815" indent="0">
              <a:buNone/>
              <a:defRPr sz="630" b="1"/>
            </a:lvl9pPr>
          </a:lstStyle>
          <a:p>
            <a:pPr lvl="0"/>
            <a:r>
              <a:rPr lang="zh-CN" altLang="en-US" smtClean="0"/>
              <a:t>单击此处编辑母版文本样式</a:t>
            </a:r>
            <a:endParaRPr lang="zh-CN" altLang="en-US" smtClean="0"/>
          </a:p>
        </p:txBody>
      </p:sp>
      <p:sp>
        <p:nvSpPr>
          <p:cNvPr id="4" name="内容占位符 3"/>
          <p:cNvSpPr>
            <a:spLocks noGrp="1"/>
          </p:cNvSpPr>
          <p:nvPr>
            <p:ph sz="half" idx="2"/>
          </p:nvPr>
        </p:nvSpPr>
        <p:spPr>
          <a:xfrm>
            <a:off x="248512" y="1251832"/>
            <a:ext cx="1526298" cy="1841258"/>
          </a:xfrm>
        </p:spPr>
        <p:txBody>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5" name="文本占位符 4"/>
          <p:cNvSpPr>
            <a:spLocks noGrp="1"/>
          </p:cNvSpPr>
          <p:nvPr>
            <p:ph type="body" sz="quarter" idx="3"/>
          </p:nvPr>
        </p:nvSpPr>
        <p:spPr>
          <a:xfrm>
            <a:off x="1826485" y="840109"/>
            <a:ext cx="1533815" cy="411724"/>
          </a:xfrm>
        </p:spPr>
        <p:txBody>
          <a:bodyPr anchor="b"/>
          <a:lstStyle>
            <a:lvl1pPr marL="0" indent="0">
              <a:buNone/>
              <a:defRPr sz="945" b="1"/>
            </a:lvl1pPr>
            <a:lvl2pPr marL="180340" indent="0">
              <a:buNone/>
              <a:defRPr sz="790" b="1"/>
            </a:lvl2pPr>
            <a:lvl3pPr marL="360045" indent="0">
              <a:buNone/>
              <a:defRPr sz="715" b="1"/>
            </a:lvl3pPr>
            <a:lvl4pPr marL="540385" indent="0">
              <a:buNone/>
              <a:defRPr sz="630" b="1"/>
            </a:lvl4pPr>
            <a:lvl5pPr marL="720725" indent="0">
              <a:buNone/>
              <a:defRPr sz="630" b="1"/>
            </a:lvl5pPr>
            <a:lvl6pPr marL="901700" indent="0">
              <a:buNone/>
              <a:defRPr sz="630" b="1"/>
            </a:lvl6pPr>
            <a:lvl7pPr marL="1080770" indent="0">
              <a:buNone/>
              <a:defRPr sz="630" b="1"/>
            </a:lvl7pPr>
            <a:lvl8pPr marL="1261745" indent="0">
              <a:buNone/>
              <a:defRPr sz="630" b="1"/>
            </a:lvl8pPr>
            <a:lvl9pPr marL="1440815" indent="0">
              <a:buNone/>
              <a:defRPr sz="630" b="1"/>
            </a:lvl9pPr>
          </a:lstStyle>
          <a:p>
            <a:pPr lvl="0"/>
            <a:r>
              <a:rPr lang="zh-CN" altLang="en-US" smtClean="0"/>
              <a:t>单击此处编辑母版文本样式</a:t>
            </a:r>
            <a:endParaRPr lang="zh-CN" altLang="en-US" smtClean="0"/>
          </a:p>
        </p:txBody>
      </p:sp>
      <p:sp>
        <p:nvSpPr>
          <p:cNvPr id="6" name="内容占位符 5"/>
          <p:cNvSpPr>
            <a:spLocks noGrp="1"/>
          </p:cNvSpPr>
          <p:nvPr>
            <p:ph sz="quarter" idx="4"/>
          </p:nvPr>
        </p:nvSpPr>
        <p:spPr>
          <a:xfrm>
            <a:off x="1826485" y="1251832"/>
            <a:ext cx="1533815" cy="1841258"/>
          </a:xfrm>
        </p:spPr>
        <p:txBody>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7" name="日期占位符 6"/>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日期占位符 2"/>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248512" y="228471"/>
            <a:ext cx="1163632" cy="799650"/>
          </a:xfrm>
        </p:spPr>
        <p:txBody>
          <a:bodyPr anchor="b"/>
          <a:lstStyle>
            <a:lvl1pPr>
              <a:defRPr sz="1260"/>
            </a:lvl1pPr>
          </a:lstStyle>
          <a:p>
            <a:r>
              <a:rPr lang="zh-CN" altLang="en-US" smtClean="0"/>
              <a:t>单击此处编辑母版标题样式</a:t>
            </a:r>
            <a:endParaRPr lang="zh-CN" altLang="en-US"/>
          </a:p>
        </p:txBody>
      </p:sp>
      <p:sp>
        <p:nvSpPr>
          <p:cNvPr id="3" name="内容占位符 2"/>
          <p:cNvSpPr>
            <a:spLocks noGrp="1"/>
          </p:cNvSpPr>
          <p:nvPr>
            <p:ph idx="1"/>
          </p:nvPr>
        </p:nvSpPr>
        <p:spPr>
          <a:xfrm>
            <a:off x="1533815" y="493434"/>
            <a:ext cx="1826485" cy="2435443"/>
          </a:xfrm>
        </p:spPr>
        <p:txBody>
          <a:bodyPr/>
          <a:lstStyle>
            <a:lvl1pPr>
              <a:defRPr sz="1260"/>
            </a:lvl1pPr>
            <a:lvl2pPr>
              <a:defRPr sz="1110"/>
            </a:lvl2pPr>
            <a:lvl3pPr>
              <a:defRPr sz="945"/>
            </a:lvl3pPr>
            <a:lvl4pPr>
              <a:defRPr sz="790"/>
            </a:lvl4pPr>
            <a:lvl5pPr>
              <a:defRPr sz="790"/>
            </a:lvl5pPr>
            <a:lvl6pPr>
              <a:defRPr sz="790"/>
            </a:lvl6pPr>
            <a:lvl7pPr>
              <a:defRPr sz="790"/>
            </a:lvl7pPr>
            <a:lvl8pPr>
              <a:defRPr sz="790"/>
            </a:lvl8pPr>
            <a:lvl9pPr>
              <a:defRPr sz="790"/>
            </a:lvl9p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文本占位符 3"/>
          <p:cNvSpPr>
            <a:spLocks noGrp="1"/>
          </p:cNvSpPr>
          <p:nvPr>
            <p:ph type="body" sz="half" idx="2"/>
          </p:nvPr>
        </p:nvSpPr>
        <p:spPr>
          <a:xfrm>
            <a:off x="248512" y="1028122"/>
            <a:ext cx="1163632" cy="1904725"/>
          </a:xfrm>
        </p:spPr>
        <p:txBody>
          <a:bodyPr/>
          <a:lstStyle>
            <a:lvl1pPr marL="0" indent="0">
              <a:buNone/>
              <a:defRPr sz="630"/>
            </a:lvl1pPr>
            <a:lvl2pPr marL="180340" indent="0">
              <a:buNone/>
              <a:defRPr sz="555"/>
            </a:lvl2pPr>
            <a:lvl3pPr marL="360045" indent="0">
              <a:buNone/>
              <a:defRPr sz="475"/>
            </a:lvl3pPr>
            <a:lvl4pPr marL="540385" indent="0">
              <a:buNone/>
              <a:defRPr sz="400"/>
            </a:lvl4pPr>
            <a:lvl5pPr marL="720725" indent="0">
              <a:buNone/>
              <a:defRPr sz="400"/>
            </a:lvl5pPr>
            <a:lvl6pPr marL="901700" indent="0">
              <a:buNone/>
              <a:defRPr sz="400"/>
            </a:lvl6pPr>
            <a:lvl7pPr marL="1080770" indent="0">
              <a:buNone/>
              <a:defRPr sz="400"/>
            </a:lvl7pPr>
            <a:lvl8pPr marL="1261745" indent="0">
              <a:buNone/>
              <a:defRPr sz="400"/>
            </a:lvl8pPr>
            <a:lvl9pPr marL="1440815" indent="0">
              <a:buNone/>
              <a:defRPr sz="400"/>
            </a:lvl9pPr>
          </a:lstStyle>
          <a:p>
            <a:pPr lvl="0"/>
            <a:r>
              <a:rPr lang="zh-CN" altLang="en-US" smtClean="0"/>
              <a:t>单击此处编辑母版文本样式</a:t>
            </a:r>
            <a:endParaRPr lang="zh-CN" altLang="en-US" smtClean="0"/>
          </a:p>
        </p:txBody>
      </p:sp>
      <p:sp>
        <p:nvSpPr>
          <p:cNvPr id="5" name="日期占位符 4"/>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248512" y="228471"/>
            <a:ext cx="1163632" cy="799650"/>
          </a:xfrm>
        </p:spPr>
        <p:txBody>
          <a:bodyPr anchor="b"/>
          <a:lstStyle>
            <a:lvl1pPr>
              <a:defRPr sz="1260"/>
            </a:lvl1pPr>
          </a:lstStyle>
          <a:p>
            <a:r>
              <a:rPr lang="zh-CN" altLang="en-US" smtClean="0"/>
              <a:t>单击此处编辑母版标题样式</a:t>
            </a:r>
            <a:endParaRPr lang="zh-CN" altLang="en-US"/>
          </a:p>
        </p:txBody>
      </p:sp>
      <p:sp>
        <p:nvSpPr>
          <p:cNvPr id="3" name="图片占位符 2"/>
          <p:cNvSpPr>
            <a:spLocks noGrp="1"/>
          </p:cNvSpPr>
          <p:nvPr>
            <p:ph type="pic" idx="1"/>
          </p:nvPr>
        </p:nvSpPr>
        <p:spPr>
          <a:xfrm>
            <a:off x="1533815" y="493434"/>
            <a:ext cx="1826485" cy="2435443"/>
          </a:xfrm>
        </p:spPr>
        <p:txBody>
          <a:bodyPr/>
          <a:lstStyle>
            <a:lvl1pPr marL="0" indent="0">
              <a:buNone/>
              <a:defRPr sz="1260"/>
            </a:lvl1pPr>
            <a:lvl2pPr marL="180340" indent="0">
              <a:buNone/>
              <a:defRPr sz="1110"/>
            </a:lvl2pPr>
            <a:lvl3pPr marL="360045" indent="0">
              <a:buNone/>
              <a:defRPr sz="945"/>
            </a:lvl3pPr>
            <a:lvl4pPr marL="540385" indent="0">
              <a:buNone/>
              <a:defRPr sz="790"/>
            </a:lvl4pPr>
            <a:lvl5pPr marL="720725" indent="0">
              <a:buNone/>
              <a:defRPr sz="790"/>
            </a:lvl5pPr>
            <a:lvl6pPr marL="901700" indent="0">
              <a:buNone/>
              <a:defRPr sz="790"/>
            </a:lvl6pPr>
            <a:lvl7pPr marL="1080770" indent="0">
              <a:buNone/>
              <a:defRPr sz="790"/>
            </a:lvl7pPr>
            <a:lvl8pPr marL="1261745" indent="0">
              <a:buNone/>
              <a:defRPr sz="790"/>
            </a:lvl8pPr>
            <a:lvl9pPr marL="1440815" indent="0">
              <a:buNone/>
              <a:defRPr sz="790"/>
            </a:lvl9pPr>
          </a:lstStyle>
          <a:p>
            <a:endParaRPr lang="zh-CN" altLang="en-US"/>
          </a:p>
        </p:txBody>
      </p:sp>
      <p:sp>
        <p:nvSpPr>
          <p:cNvPr id="4" name="文本占位符 3"/>
          <p:cNvSpPr>
            <a:spLocks noGrp="1"/>
          </p:cNvSpPr>
          <p:nvPr>
            <p:ph type="body" sz="half" idx="2"/>
          </p:nvPr>
        </p:nvSpPr>
        <p:spPr>
          <a:xfrm>
            <a:off x="248512" y="1028122"/>
            <a:ext cx="1163632" cy="1904725"/>
          </a:xfrm>
        </p:spPr>
        <p:txBody>
          <a:bodyPr/>
          <a:lstStyle>
            <a:lvl1pPr marL="0" indent="0">
              <a:buNone/>
              <a:defRPr sz="630"/>
            </a:lvl1pPr>
            <a:lvl2pPr marL="180340" indent="0">
              <a:buNone/>
              <a:defRPr sz="555"/>
            </a:lvl2pPr>
            <a:lvl3pPr marL="360045" indent="0">
              <a:buNone/>
              <a:defRPr sz="475"/>
            </a:lvl3pPr>
            <a:lvl4pPr marL="540385" indent="0">
              <a:buNone/>
              <a:defRPr sz="400"/>
            </a:lvl4pPr>
            <a:lvl5pPr marL="720725" indent="0">
              <a:buNone/>
              <a:defRPr sz="400"/>
            </a:lvl5pPr>
            <a:lvl6pPr marL="901700" indent="0">
              <a:buNone/>
              <a:defRPr sz="400"/>
            </a:lvl6pPr>
            <a:lvl7pPr marL="1080770" indent="0">
              <a:buNone/>
              <a:defRPr sz="400"/>
            </a:lvl7pPr>
            <a:lvl8pPr marL="1261745" indent="0">
              <a:buNone/>
              <a:defRPr sz="400"/>
            </a:lvl8pPr>
            <a:lvl9pPr marL="1440815" indent="0">
              <a:buNone/>
              <a:defRPr sz="400"/>
            </a:lvl9pPr>
          </a:lstStyle>
          <a:p>
            <a:pPr lvl="0"/>
            <a:r>
              <a:rPr lang="zh-CN" altLang="en-US" smtClean="0"/>
              <a:t>单击此处编辑母版文本样式</a:t>
            </a:r>
            <a:endParaRPr lang="zh-CN" altLang="en-US" smtClean="0"/>
          </a:p>
        </p:txBody>
      </p:sp>
      <p:sp>
        <p:nvSpPr>
          <p:cNvPr id="5" name="日期占位符 4"/>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p:txBody>
          <a:bodyPr vert="eaVert"/>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日期占位符 3"/>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10;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2581883" y="182459"/>
            <a:ext cx="777947" cy="2904285"/>
          </a:xfrm>
        </p:spPr>
        <p:txBody>
          <a:bodyPr vert="eaVert"/>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a:xfrm>
            <a:off x="248042" y="182459"/>
            <a:ext cx="2288743" cy="2904285"/>
          </a:xfrm>
        </p:spPr>
        <p:txBody>
          <a:bodyPr vert="eaVert"/>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日期占位符 3"/>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248042" y="182459"/>
            <a:ext cx="3111789" cy="662410"/>
          </a:xfrm>
          <a:prstGeom prst="rect">
            <a:avLst/>
          </a:prstGeom>
        </p:spPr>
        <p:txBody>
          <a:bodyPr vert="horz" lIns="91440" tIns="45720" rIns="91440" bIns="45720" rtlCol="0" anchor="ctr">
            <a:normAutofit/>
          </a:body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248042" y="912300"/>
            <a:ext cx="3111789" cy="2174446"/>
          </a:xfrm>
          <a:prstGeom prst="rect">
            <a:avLst/>
          </a:prstGeom>
        </p:spPr>
        <p:txBody>
          <a:bodyPr vert="horz" lIns="91440" tIns="45720" rIns="91440" bIns="45720" rtlCol="0">
            <a:normAutofit/>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日期占位符 3"/>
          <p:cNvSpPr>
            <a:spLocks noGrp="1"/>
          </p:cNvSpPr>
          <p:nvPr>
            <p:ph type="dt" sz="half" idx="2"/>
          </p:nvPr>
        </p:nvSpPr>
        <p:spPr>
          <a:xfrm>
            <a:off x="248042" y="3176388"/>
            <a:ext cx="811769" cy="182459"/>
          </a:xfrm>
          <a:prstGeom prst="rect">
            <a:avLst/>
          </a:prstGeom>
        </p:spPr>
        <p:txBody>
          <a:bodyPr vert="horz" lIns="91440" tIns="45720" rIns="91440" bIns="45720" rtlCol="0" anchor="ctr"/>
          <a:lstStyle>
            <a:lvl1pPr algn="l">
              <a:defRPr sz="475">
                <a:solidFill>
                  <a:schemeClr val="tx1">
                    <a:tint val="75000"/>
                  </a:schemeClr>
                </a:solidFill>
              </a:defRPr>
            </a:lvl1pPr>
          </a:lstStyle>
          <a:p>
            <a:fld id="{D997B5FA-0921-464F-AAE1-844C04324D75}" type="datetimeFigureOut">
              <a:rPr lang="zh-CN" altLang="en-US" smtClean="0"/>
            </a:fld>
            <a:endParaRPr lang="zh-CN" altLang="en-US"/>
          </a:p>
        </p:txBody>
      </p:sp>
      <p:sp>
        <p:nvSpPr>
          <p:cNvPr id="5" name="页脚占位符 4"/>
          <p:cNvSpPr>
            <a:spLocks noGrp="1"/>
          </p:cNvSpPr>
          <p:nvPr>
            <p:ph type="ftr" sz="quarter" idx="3"/>
          </p:nvPr>
        </p:nvSpPr>
        <p:spPr>
          <a:xfrm>
            <a:off x="1195106" y="3176388"/>
            <a:ext cx="1217656" cy="182459"/>
          </a:xfrm>
          <a:prstGeom prst="rect">
            <a:avLst/>
          </a:prstGeom>
        </p:spPr>
        <p:txBody>
          <a:bodyPr vert="horz" lIns="91440" tIns="45720" rIns="91440" bIns="45720" rtlCol="0" anchor="ctr"/>
          <a:lstStyle>
            <a:lvl1pPr algn="ctr">
              <a:defRPr sz="475">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2548060" y="3176388"/>
            <a:ext cx="811769" cy="182459"/>
          </a:xfrm>
          <a:prstGeom prst="rect">
            <a:avLst/>
          </a:prstGeom>
        </p:spPr>
        <p:txBody>
          <a:bodyPr vert="horz" lIns="91440" tIns="45720" rIns="91440" bIns="45720" rtlCol="0" anchor="ctr"/>
          <a:lstStyle>
            <a:lvl1pPr algn="r">
              <a:defRPr sz="475">
                <a:solidFill>
                  <a:schemeClr val="tx1">
                    <a:tint val="75000"/>
                  </a:schemeClr>
                </a:solidFill>
              </a:defRPr>
            </a:lvl1pPr>
          </a:lstStyle>
          <a:p>
            <a:fld id="{565CE74E-AB26-4998-AD42-012C4C1AD076}" type="slidenum">
              <a:rPr lang="zh-CN" altLang="en-US" smtClean="0"/>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60045" rtl="0" eaLnBrk="1" latinLnBrk="0" hangingPunct="1">
        <a:lnSpc>
          <a:spcPct val="90000"/>
        </a:lnSpc>
        <a:spcBef>
          <a:spcPct val="0"/>
        </a:spcBef>
        <a:buNone/>
        <a:defRPr sz="1735" kern="1200">
          <a:solidFill>
            <a:schemeClr val="tx1"/>
          </a:solidFill>
          <a:latin typeface="+mj-lt"/>
          <a:ea typeface="+mj-ea"/>
          <a:cs typeface="+mj-cs"/>
        </a:defRPr>
      </a:lvl1pPr>
    </p:titleStyle>
    <p:bodyStyle>
      <a:lvl1pPr marL="90805" indent="-90805" algn="l" defTabSz="360045" rtl="0" eaLnBrk="1" latinLnBrk="0" hangingPunct="1">
        <a:lnSpc>
          <a:spcPct val="90000"/>
        </a:lnSpc>
        <a:spcBef>
          <a:spcPct val="78000"/>
        </a:spcBef>
        <a:buFont typeface="Arial" panose="020B0604020202020204" pitchFamily="34" charset="0"/>
        <a:buChar char="•"/>
        <a:defRPr sz="1110" kern="1200">
          <a:solidFill>
            <a:schemeClr val="tx1"/>
          </a:solidFill>
          <a:latin typeface="+mn-lt"/>
          <a:ea typeface="+mn-ea"/>
          <a:cs typeface="+mn-cs"/>
        </a:defRPr>
      </a:lvl1pPr>
      <a:lvl2pPr marL="270510" indent="-90805" algn="l" defTabSz="360045" rtl="0" eaLnBrk="1" latinLnBrk="0" hangingPunct="1">
        <a:lnSpc>
          <a:spcPct val="90000"/>
        </a:lnSpc>
        <a:spcBef>
          <a:spcPct val="39000"/>
        </a:spcBef>
        <a:buFont typeface="Arial" panose="020B0604020202020204" pitchFamily="34" charset="0"/>
        <a:buChar char="•"/>
        <a:defRPr sz="945" kern="1200">
          <a:solidFill>
            <a:schemeClr val="tx1"/>
          </a:solidFill>
          <a:latin typeface="+mn-lt"/>
          <a:ea typeface="+mn-ea"/>
          <a:cs typeface="+mn-cs"/>
        </a:defRPr>
      </a:lvl2pPr>
      <a:lvl3pPr marL="451485" indent="-90805" algn="l" defTabSz="360045" rtl="0" eaLnBrk="1" latinLnBrk="0" hangingPunct="1">
        <a:lnSpc>
          <a:spcPct val="90000"/>
        </a:lnSpc>
        <a:spcBef>
          <a:spcPct val="39000"/>
        </a:spcBef>
        <a:buFont typeface="Arial" panose="020B0604020202020204" pitchFamily="34" charset="0"/>
        <a:buChar char="•"/>
        <a:defRPr sz="790" kern="1200">
          <a:solidFill>
            <a:schemeClr val="tx1"/>
          </a:solidFill>
          <a:latin typeface="+mn-lt"/>
          <a:ea typeface="+mn-ea"/>
          <a:cs typeface="+mn-cs"/>
        </a:defRPr>
      </a:lvl3pPr>
      <a:lvl4pPr marL="631190" indent="-90805" algn="l" defTabSz="360045" rtl="0" eaLnBrk="1" latinLnBrk="0" hangingPunct="1">
        <a:lnSpc>
          <a:spcPct val="90000"/>
        </a:lnSpc>
        <a:spcBef>
          <a:spcPct val="39000"/>
        </a:spcBef>
        <a:buFont typeface="Arial" panose="020B0604020202020204" pitchFamily="34" charset="0"/>
        <a:buChar char="•"/>
        <a:defRPr sz="715" kern="1200">
          <a:solidFill>
            <a:schemeClr val="tx1"/>
          </a:solidFill>
          <a:latin typeface="+mn-lt"/>
          <a:ea typeface="+mn-ea"/>
          <a:cs typeface="+mn-cs"/>
        </a:defRPr>
      </a:lvl4pPr>
      <a:lvl5pPr marL="811530" indent="-90805" algn="l" defTabSz="360045" rtl="0" eaLnBrk="1" latinLnBrk="0" hangingPunct="1">
        <a:lnSpc>
          <a:spcPct val="90000"/>
        </a:lnSpc>
        <a:spcBef>
          <a:spcPct val="39000"/>
        </a:spcBef>
        <a:buFont typeface="Arial" panose="020B0604020202020204" pitchFamily="34" charset="0"/>
        <a:buChar char="•"/>
        <a:defRPr sz="715" kern="1200">
          <a:solidFill>
            <a:schemeClr val="tx1"/>
          </a:solidFill>
          <a:latin typeface="+mn-lt"/>
          <a:ea typeface="+mn-ea"/>
          <a:cs typeface="+mn-cs"/>
        </a:defRPr>
      </a:lvl5pPr>
      <a:lvl6pPr marL="989965" indent="-90805" algn="l" defTabSz="360045" rtl="0" eaLnBrk="1" latinLnBrk="0" hangingPunct="1">
        <a:lnSpc>
          <a:spcPct val="90000"/>
        </a:lnSpc>
        <a:spcBef>
          <a:spcPct val="39000"/>
        </a:spcBef>
        <a:buFont typeface="Arial" panose="020B0604020202020204" pitchFamily="34" charset="0"/>
        <a:buChar char="•"/>
        <a:defRPr sz="715" kern="1200">
          <a:solidFill>
            <a:schemeClr val="tx1"/>
          </a:solidFill>
          <a:latin typeface="+mn-lt"/>
          <a:ea typeface="+mn-ea"/>
          <a:cs typeface="+mn-cs"/>
        </a:defRPr>
      </a:lvl6pPr>
      <a:lvl7pPr marL="1170940" indent="-90805" algn="l" defTabSz="360045" rtl="0" eaLnBrk="1" latinLnBrk="0" hangingPunct="1">
        <a:lnSpc>
          <a:spcPct val="90000"/>
        </a:lnSpc>
        <a:spcBef>
          <a:spcPct val="39000"/>
        </a:spcBef>
        <a:buFont typeface="Arial" panose="020B0604020202020204" pitchFamily="34" charset="0"/>
        <a:buChar char="•"/>
        <a:defRPr sz="715" kern="1200">
          <a:solidFill>
            <a:schemeClr val="tx1"/>
          </a:solidFill>
          <a:latin typeface="+mn-lt"/>
          <a:ea typeface="+mn-ea"/>
          <a:cs typeface="+mn-cs"/>
        </a:defRPr>
      </a:lvl7pPr>
      <a:lvl8pPr marL="1351915" indent="-90805" algn="l" defTabSz="360045" rtl="0" eaLnBrk="1" latinLnBrk="0" hangingPunct="1">
        <a:lnSpc>
          <a:spcPct val="90000"/>
        </a:lnSpc>
        <a:spcBef>
          <a:spcPct val="39000"/>
        </a:spcBef>
        <a:buFont typeface="Arial" panose="020B0604020202020204" pitchFamily="34" charset="0"/>
        <a:buChar char="•"/>
        <a:defRPr sz="715" kern="1200">
          <a:solidFill>
            <a:schemeClr val="tx1"/>
          </a:solidFill>
          <a:latin typeface="+mn-lt"/>
          <a:ea typeface="+mn-ea"/>
          <a:cs typeface="+mn-cs"/>
        </a:defRPr>
      </a:lvl8pPr>
      <a:lvl9pPr marL="1532890" indent="-90805" algn="l" defTabSz="360045" rtl="0" eaLnBrk="1" latinLnBrk="0" hangingPunct="1">
        <a:lnSpc>
          <a:spcPct val="90000"/>
        </a:lnSpc>
        <a:spcBef>
          <a:spcPct val="39000"/>
        </a:spcBef>
        <a:buFont typeface="Arial" panose="020B0604020202020204" pitchFamily="34" charset="0"/>
        <a:buChar char="•"/>
        <a:defRPr sz="715" kern="1200">
          <a:solidFill>
            <a:schemeClr val="tx1"/>
          </a:solidFill>
          <a:latin typeface="+mn-lt"/>
          <a:ea typeface="+mn-ea"/>
          <a:cs typeface="+mn-cs"/>
        </a:defRPr>
      </a:lvl9pPr>
    </p:bodyStyle>
    <p:otherStyle>
      <a:defPPr>
        <a:defRPr lang="zh-CN"/>
      </a:defPPr>
      <a:lvl1pPr marL="0" algn="l" defTabSz="360045" rtl="0" eaLnBrk="1" latinLnBrk="0" hangingPunct="1">
        <a:defRPr sz="715" kern="1200">
          <a:solidFill>
            <a:schemeClr val="tx1"/>
          </a:solidFill>
          <a:latin typeface="+mn-lt"/>
          <a:ea typeface="+mn-ea"/>
          <a:cs typeface="+mn-cs"/>
        </a:defRPr>
      </a:lvl1pPr>
      <a:lvl2pPr marL="180340" algn="l" defTabSz="360045" rtl="0" eaLnBrk="1" latinLnBrk="0" hangingPunct="1">
        <a:defRPr sz="715" kern="1200">
          <a:solidFill>
            <a:schemeClr val="tx1"/>
          </a:solidFill>
          <a:latin typeface="+mn-lt"/>
          <a:ea typeface="+mn-ea"/>
          <a:cs typeface="+mn-cs"/>
        </a:defRPr>
      </a:lvl2pPr>
      <a:lvl3pPr marL="360045" algn="l" defTabSz="360045" rtl="0" eaLnBrk="1" latinLnBrk="0" hangingPunct="1">
        <a:defRPr sz="715" kern="1200">
          <a:solidFill>
            <a:schemeClr val="tx1"/>
          </a:solidFill>
          <a:latin typeface="+mn-lt"/>
          <a:ea typeface="+mn-ea"/>
          <a:cs typeface="+mn-cs"/>
        </a:defRPr>
      </a:lvl3pPr>
      <a:lvl4pPr marL="540385" algn="l" defTabSz="360045" rtl="0" eaLnBrk="1" latinLnBrk="0" hangingPunct="1">
        <a:defRPr sz="715" kern="1200">
          <a:solidFill>
            <a:schemeClr val="tx1"/>
          </a:solidFill>
          <a:latin typeface="+mn-lt"/>
          <a:ea typeface="+mn-ea"/>
          <a:cs typeface="+mn-cs"/>
        </a:defRPr>
      </a:lvl4pPr>
      <a:lvl5pPr marL="720725" algn="l" defTabSz="360045" rtl="0" eaLnBrk="1" latinLnBrk="0" hangingPunct="1">
        <a:defRPr sz="715" kern="1200">
          <a:solidFill>
            <a:schemeClr val="tx1"/>
          </a:solidFill>
          <a:latin typeface="+mn-lt"/>
          <a:ea typeface="+mn-ea"/>
          <a:cs typeface="+mn-cs"/>
        </a:defRPr>
      </a:lvl5pPr>
      <a:lvl6pPr marL="901700" algn="l" defTabSz="360045" rtl="0" eaLnBrk="1" latinLnBrk="0" hangingPunct="1">
        <a:defRPr sz="715" kern="1200">
          <a:solidFill>
            <a:schemeClr val="tx1"/>
          </a:solidFill>
          <a:latin typeface="+mn-lt"/>
          <a:ea typeface="+mn-ea"/>
          <a:cs typeface="+mn-cs"/>
        </a:defRPr>
      </a:lvl6pPr>
      <a:lvl7pPr marL="1080770" algn="l" defTabSz="360045" rtl="0" eaLnBrk="1" latinLnBrk="0" hangingPunct="1">
        <a:defRPr sz="715" kern="1200">
          <a:solidFill>
            <a:schemeClr val="tx1"/>
          </a:solidFill>
          <a:latin typeface="+mn-lt"/>
          <a:ea typeface="+mn-ea"/>
          <a:cs typeface="+mn-cs"/>
        </a:defRPr>
      </a:lvl7pPr>
      <a:lvl8pPr marL="1261745" algn="l" defTabSz="360045" rtl="0" eaLnBrk="1" latinLnBrk="0" hangingPunct="1">
        <a:defRPr sz="715" kern="1200">
          <a:solidFill>
            <a:schemeClr val="tx1"/>
          </a:solidFill>
          <a:latin typeface="+mn-lt"/>
          <a:ea typeface="+mn-ea"/>
          <a:cs typeface="+mn-cs"/>
        </a:defRPr>
      </a:lvl8pPr>
      <a:lvl9pPr marL="1440815" algn="l" defTabSz="360045" rtl="0" eaLnBrk="1" latinLnBrk="0" hangingPunct="1">
        <a:defRPr sz="71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1.emf"/><Relationship Id="rId1" Type="http://schemas.openxmlformats.org/officeDocument/2006/relationships/tags" Target="../tags/tag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3" name="图片 2" descr="Figure 2(A)"/>
          <p:cNvPicPr>
            <a:picLocks noChangeAspect="1"/>
          </p:cNvPicPr>
          <p:nvPr>
            <p:custDataLst>
              <p:tags r:id="rId1"/>
            </p:custDataLst>
          </p:nvPr>
        </p:nvPicPr>
        <p:blipFill>
          <a:blip r:embed="rId2"/>
          <a:srcRect l="8415" t="5226" r="12365" b="13275"/>
          <a:stretch>
            <a:fillRect/>
          </a:stretch>
        </p:blipFill>
        <p:spPr>
          <a:xfrm>
            <a:off x="81055" y="116986"/>
            <a:ext cx="3429060" cy="2736141"/>
          </a:xfrm>
          <a:prstGeom prst="rect">
            <a:avLst/>
          </a:prstGeom>
        </p:spPr>
      </p:pic>
      <p:sp>
        <p:nvSpPr>
          <p:cNvPr id="15" name="文本框 14"/>
          <p:cNvSpPr txBox="1"/>
          <p:nvPr/>
        </p:nvSpPr>
        <p:spPr>
          <a:xfrm>
            <a:off x="23496" y="2873845"/>
            <a:ext cx="3552373" cy="521970"/>
          </a:xfrm>
          <a:prstGeom prst="rect">
            <a:avLst/>
          </a:prstGeom>
          <a:noFill/>
        </p:spPr>
        <p:txBody>
          <a:bodyPr wrap="square" rtlCol="0">
            <a:spAutoFit/>
          </a:bodyPr>
          <a:p>
            <a:pPr algn="l"/>
            <a:r>
              <a:rPr lang="en-US" altLang="zh-CN" sz="700" b="1">
                <a:latin typeface="Times New Roman" panose="02020603050405020304" charset="0"/>
                <a:cs typeface="Times New Roman" panose="02020603050405020304" charset="0"/>
                <a:sym typeface="+mn-ea"/>
              </a:rPr>
              <a:t>Fig. 2. The life-course variation pattern of coefficients a and b.</a:t>
            </a:r>
            <a:r>
              <a:rPr lang="en-US" altLang="zh-CN" sz="700">
                <a:latin typeface="Times New Roman" panose="02020603050405020304" charset="0"/>
                <a:cs typeface="Times New Roman" panose="02020603050405020304" charset="0"/>
                <a:sym typeface="+mn-ea"/>
              </a:rPr>
              <a:t> The solid line represents the mean values across ages, and the shaded area indicates the range between the 5th and 95th percentiles. The data from America was specially categorized according to the experiment. The hyperbolic weight-height constraint model is formulated as 1 = a/Weight + b</a:t>
            </a:r>
            <a:r>
              <a:rPr lang="en-US" altLang="en-US" sz="700">
                <a:latin typeface="Times New Roman" panose="02020603050405020304" charset="0"/>
                <a:cs typeface="Times New Roman" panose="02020603050405020304" charset="0"/>
                <a:sym typeface="+mn-ea"/>
              </a:rPr>
              <a:t>×</a:t>
            </a:r>
            <a:r>
              <a:rPr lang="en-US" altLang="zh-CN" sz="700">
                <a:latin typeface="Times New Roman" panose="02020603050405020304" charset="0"/>
                <a:cs typeface="Times New Roman" panose="02020603050405020304" charset="0"/>
                <a:sym typeface="+mn-ea"/>
              </a:rPr>
              <a:t>Height.</a:t>
            </a:r>
            <a:endParaRPr lang="en-US" altLang="zh-CN" sz="700">
              <a:latin typeface="Times New Roman" panose="02020603050405020304" charset="0"/>
              <a:cs typeface="Times New Roman" panose="02020603050405020304" charset="0"/>
              <a:sym typeface="+mn-ea"/>
            </a:endParaRPr>
          </a:p>
        </p:txBody>
      </p:sp>
    </p:spTree>
  </p:cSld>
  <p:clrMapOvr>
    <a:masterClrMapping/>
  </p:clrMapOvr>
</p:sld>
</file>

<file path=ppt/tags/tag1.xml><?xml version="1.0" encoding="utf-8"?>
<p:tagLst xmlns:p="http://schemas.openxmlformats.org/presentationml/2006/main">
  <p:tag name="KSO_WM_DIAGRAM_VIRTUALLY_FRAME" val="{&quot;height&quot;:419.8974015748032,&quot;left&quot;:3.086220472440945,&quot;top&quot;:16.64314960629921,&quot;width&quot;:504.85173228346446}"/>
</p:tagLst>
</file>

<file path=ppt/tags/tag2.xml><?xml version="1.0" encoding="utf-8"?>
<p:tagLst xmlns:p="http://schemas.openxmlformats.org/presentationml/2006/main">
  <p:tag name="commondata" val="eyJoZGlkIjoiMWU4NTYwNDRjODQ2YTFjZWMxNzg1ZTdjYzJmZWI4OGQifQ=="/>
</p:tagLst>
</file>

<file path=ppt/theme/theme1.xml><?xml version="1.0" encoding="utf-8"?>
<a:theme xmlns:a="http://schemas.openxmlformats.org/drawingml/2006/main" name="WPS">
  <a:themeElements>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Calibri"/>
        <a:ea typeface=""/>
        <a:cs typeface=""/>
        <a:font script="Jpan" typeface="ＭＳ Ｐゴシック"/>
        <a:font script="Hang" typeface="맑은 고딕"/>
        <a:font script="Hans" typeface="微软雅黑"/>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微软雅黑"/>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364</Words>
  <Application>WPS 演示</Application>
  <PresentationFormat>宽屏</PresentationFormat>
  <Paragraphs>2</Paragraphs>
  <Slides>1</Slides>
  <Notes>0</Notes>
  <HiddenSlides>0</HiddenSlides>
  <MMClips>0</MMClips>
  <ScaleCrop>false</ScaleCrop>
  <HeadingPairs>
    <vt:vector size="6" baseType="variant">
      <vt:variant>
        <vt:lpstr>已用的字体</vt:lpstr>
      </vt:variant>
      <vt:variant>
        <vt:i4>7</vt:i4>
      </vt:variant>
      <vt:variant>
        <vt:lpstr>主题</vt:lpstr>
      </vt:variant>
      <vt:variant>
        <vt:i4>1</vt:i4>
      </vt:variant>
      <vt:variant>
        <vt:lpstr>幻灯片标题</vt:lpstr>
      </vt:variant>
      <vt:variant>
        <vt:i4>1</vt:i4>
      </vt:variant>
    </vt:vector>
  </HeadingPairs>
  <TitlesOfParts>
    <vt:vector size="9" baseType="lpstr">
      <vt:lpstr>Arial</vt:lpstr>
      <vt:lpstr>宋体</vt:lpstr>
      <vt:lpstr>Wingdings</vt:lpstr>
      <vt:lpstr>Times New Roman</vt:lpstr>
      <vt:lpstr>Calibri</vt:lpstr>
      <vt:lpstr>微软雅黑</vt:lpstr>
      <vt:lpstr>Arial Unicode MS</vt:lpstr>
      <vt:lpstr>WPS</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taojin xu</dc:creator>
  <cp:lastModifiedBy>Taukim Xu-じょ　とうきん</cp:lastModifiedBy>
  <cp:revision>125</cp:revision>
  <dcterms:created xsi:type="dcterms:W3CDTF">2023-08-09T12:44:00Z</dcterms:created>
  <dcterms:modified xsi:type="dcterms:W3CDTF">2026-03-26T12:05:42Z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3B0086CAF875411CACBDA13AB9801EF4_13</vt:lpwstr>
  </property>
  <property fmtid="{D5CDD505-2E9C-101B-9397-08002B2CF9AE}" pid="3" name="KSOProductBuildVer">
    <vt:lpwstr>2052-12.1.0.25225</vt:lpwstr>
  </property>
</Properties>
</file>
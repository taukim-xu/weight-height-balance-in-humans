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7559675" cy="5399405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9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46809" y="885260"/>
            <a:ext cx="5680845" cy="1883208"/>
          </a:xfrm>
        </p:spPr>
        <p:txBody>
          <a:bodyPr anchor="b"/>
          <a:lstStyle>
            <a:lvl1pPr algn="ctr">
              <a:defRPr sz="473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946809" y="2841093"/>
            <a:ext cx="5680845" cy="1305973"/>
          </a:xfrm>
        </p:spPr>
        <p:txBody>
          <a:bodyPr/>
          <a:lstStyle>
            <a:lvl1pPr marL="0" indent="0" algn="ctr">
              <a:buNone/>
              <a:defRPr sz="1895"/>
            </a:lvl1pPr>
            <a:lvl2pPr marL="360680" indent="0" algn="ctr">
              <a:buNone/>
              <a:defRPr sz="1585"/>
            </a:lvl2pPr>
            <a:lvl3pPr marL="720090" indent="0" algn="ctr">
              <a:buNone/>
              <a:defRPr sz="1425"/>
            </a:lvl3pPr>
            <a:lvl4pPr marL="1081405" indent="0" algn="ctr">
              <a:buNone/>
              <a:defRPr sz="1255"/>
            </a:lvl4pPr>
            <a:lvl5pPr marL="1442720" indent="0" algn="ctr">
              <a:buNone/>
              <a:defRPr sz="1255"/>
            </a:lvl5pPr>
            <a:lvl6pPr marL="1802765" indent="0" algn="ctr">
              <a:buNone/>
              <a:defRPr sz="1255"/>
            </a:lvl6pPr>
            <a:lvl7pPr marL="2160905" indent="0" algn="ctr">
              <a:buNone/>
              <a:defRPr sz="1255"/>
            </a:lvl7pPr>
            <a:lvl8pPr marL="2523490" indent="0" algn="ctr">
              <a:buNone/>
              <a:defRPr sz="1255"/>
            </a:lvl8pPr>
            <a:lvl9pPr marL="2881630" indent="0" algn="ctr">
              <a:buNone/>
              <a:defRPr sz="125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6798" y="1348549"/>
            <a:ext cx="6532973" cy="2250084"/>
          </a:xfrm>
        </p:spPr>
        <p:txBody>
          <a:bodyPr anchor="b"/>
          <a:lstStyle>
            <a:lvl1pPr>
              <a:defRPr sz="473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16798" y="3619918"/>
            <a:ext cx="6532973" cy="1183265"/>
          </a:xfrm>
        </p:spPr>
        <p:txBody>
          <a:bodyPr/>
          <a:lstStyle>
            <a:lvl1pPr marL="0" indent="0">
              <a:buNone/>
              <a:defRPr sz="1895">
                <a:solidFill>
                  <a:schemeClr val="tx1">
                    <a:tint val="75000"/>
                  </a:schemeClr>
                </a:solidFill>
              </a:defRPr>
            </a:lvl1pPr>
            <a:lvl2pPr marL="360680" indent="0">
              <a:buNone/>
              <a:defRPr sz="158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25">
                <a:solidFill>
                  <a:schemeClr val="tx1">
                    <a:tint val="75000"/>
                  </a:schemeClr>
                </a:solidFill>
              </a:defRPr>
            </a:lvl3pPr>
            <a:lvl4pPr marL="1081405" indent="0">
              <a:buNone/>
              <a:defRPr sz="1255">
                <a:solidFill>
                  <a:schemeClr val="tx1">
                    <a:tint val="75000"/>
                  </a:schemeClr>
                </a:solidFill>
              </a:defRPr>
            </a:lvl4pPr>
            <a:lvl5pPr marL="1442720" indent="0">
              <a:buNone/>
              <a:defRPr sz="1255">
                <a:solidFill>
                  <a:schemeClr val="tx1">
                    <a:tint val="75000"/>
                  </a:schemeClr>
                </a:solidFill>
              </a:defRPr>
            </a:lvl5pPr>
            <a:lvl6pPr marL="1802765" indent="0">
              <a:buNone/>
              <a:defRPr sz="1255">
                <a:solidFill>
                  <a:schemeClr val="tx1">
                    <a:tint val="75000"/>
                  </a:schemeClr>
                </a:solidFill>
              </a:defRPr>
            </a:lvl6pPr>
            <a:lvl7pPr marL="2160905" indent="0">
              <a:buNone/>
              <a:defRPr sz="1255">
                <a:solidFill>
                  <a:schemeClr val="tx1">
                    <a:tint val="75000"/>
                  </a:schemeClr>
                </a:solidFill>
              </a:defRPr>
            </a:lvl7pPr>
            <a:lvl8pPr marL="2523490" indent="0">
              <a:buNone/>
              <a:defRPr sz="1255">
                <a:solidFill>
                  <a:schemeClr val="tx1">
                    <a:tint val="75000"/>
                  </a:schemeClr>
                </a:solidFill>
              </a:defRPr>
            </a:lvl8pPr>
            <a:lvl9pPr marL="2881630" indent="0">
              <a:buNone/>
              <a:defRPr sz="125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20744" y="1439954"/>
            <a:ext cx="3219147" cy="343210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834572" y="1439954"/>
            <a:ext cx="3219147" cy="343210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1730" y="287990"/>
            <a:ext cx="6532973" cy="1045532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21730" y="1326011"/>
            <a:ext cx="3204352" cy="649856"/>
          </a:xfrm>
        </p:spPr>
        <p:txBody>
          <a:bodyPr anchor="b"/>
          <a:lstStyle>
            <a:lvl1pPr marL="0" indent="0">
              <a:buNone/>
              <a:defRPr sz="1895" b="1"/>
            </a:lvl1pPr>
            <a:lvl2pPr marL="360680" indent="0">
              <a:buNone/>
              <a:defRPr sz="1585" b="1"/>
            </a:lvl2pPr>
            <a:lvl3pPr marL="720090" indent="0">
              <a:buNone/>
              <a:defRPr sz="1425" b="1"/>
            </a:lvl3pPr>
            <a:lvl4pPr marL="1081405" indent="0">
              <a:buNone/>
              <a:defRPr sz="1255" b="1"/>
            </a:lvl4pPr>
            <a:lvl5pPr marL="1442720" indent="0">
              <a:buNone/>
              <a:defRPr sz="1255" b="1"/>
            </a:lvl5pPr>
            <a:lvl6pPr marL="1802765" indent="0">
              <a:buNone/>
              <a:defRPr sz="1255" b="1"/>
            </a:lvl6pPr>
            <a:lvl7pPr marL="2160905" indent="0">
              <a:buNone/>
              <a:defRPr sz="1255" b="1"/>
            </a:lvl7pPr>
            <a:lvl8pPr marL="2523490" indent="0">
              <a:buNone/>
              <a:defRPr sz="1255" b="1"/>
            </a:lvl8pPr>
            <a:lvl9pPr marL="2881630" indent="0">
              <a:buNone/>
              <a:defRPr sz="125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21730" y="1975867"/>
            <a:ext cx="3204352" cy="290620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834572" y="1326011"/>
            <a:ext cx="3220131" cy="649856"/>
          </a:xfrm>
        </p:spPr>
        <p:txBody>
          <a:bodyPr anchor="b"/>
          <a:lstStyle>
            <a:lvl1pPr marL="0" indent="0">
              <a:buNone/>
              <a:defRPr sz="1895" b="1"/>
            </a:lvl1pPr>
            <a:lvl2pPr marL="360680" indent="0">
              <a:buNone/>
              <a:defRPr sz="1585" b="1"/>
            </a:lvl2pPr>
            <a:lvl3pPr marL="720090" indent="0">
              <a:buNone/>
              <a:defRPr sz="1425" b="1"/>
            </a:lvl3pPr>
            <a:lvl4pPr marL="1081405" indent="0">
              <a:buNone/>
              <a:defRPr sz="1255" b="1"/>
            </a:lvl4pPr>
            <a:lvl5pPr marL="1442720" indent="0">
              <a:buNone/>
              <a:defRPr sz="1255" b="1"/>
            </a:lvl5pPr>
            <a:lvl6pPr marL="1802765" indent="0">
              <a:buNone/>
              <a:defRPr sz="1255" b="1"/>
            </a:lvl6pPr>
            <a:lvl7pPr marL="2160905" indent="0">
              <a:buNone/>
              <a:defRPr sz="1255" b="1"/>
            </a:lvl7pPr>
            <a:lvl8pPr marL="2523490" indent="0">
              <a:buNone/>
              <a:defRPr sz="1255" b="1"/>
            </a:lvl8pPr>
            <a:lvl9pPr marL="2881630" indent="0">
              <a:buNone/>
              <a:defRPr sz="125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834572" y="1975867"/>
            <a:ext cx="3220131" cy="290620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1730" y="360615"/>
            <a:ext cx="2442959" cy="1262150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20131" y="778827"/>
            <a:ext cx="3834572" cy="3844051"/>
          </a:xfrm>
        </p:spPr>
        <p:txBody>
          <a:bodyPr/>
          <a:lstStyle>
            <a:lvl1pPr>
              <a:defRPr sz="2520"/>
            </a:lvl1pPr>
            <a:lvl2pPr>
              <a:defRPr sz="2220"/>
            </a:lvl2pPr>
            <a:lvl3pPr>
              <a:defRPr sz="1895"/>
            </a:lvl3pPr>
            <a:lvl4pPr>
              <a:defRPr sz="1585"/>
            </a:lvl4pPr>
            <a:lvl5pPr>
              <a:defRPr sz="1585"/>
            </a:lvl5pPr>
            <a:lvl6pPr>
              <a:defRPr sz="1585"/>
            </a:lvl6pPr>
            <a:lvl7pPr>
              <a:defRPr sz="1585"/>
            </a:lvl7pPr>
            <a:lvl8pPr>
              <a:defRPr sz="1585"/>
            </a:lvl8pPr>
            <a:lvl9pPr>
              <a:defRPr sz="158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21730" y="1622766"/>
            <a:ext cx="2442959" cy="3006375"/>
          </a:xfrm>
        </p:spPr>
        <p:txBody>
          <a:bodyPr/>
          <a:lstStyle>
            <a:lvl1pPr marL="0" indent="0">
              <a:buNone/>
              <a:defRPr sz="1255"/>
            </a:lvl1pPr>
            <a:lvl2pPr marL="360680" indent="0">
              <a:buNone/>
              <a:defRPr sz="1105"/>
            </a:lvl2pPr>
            <a:lvl3pPr marL="720090" indent="0">
              <a:buNone/>
              <a:defRPr sz="945"/>
            </a:lvl3pPr>
            <a:lvl4pPr marL="1081405" indent="0">
              <a:buNone/>
              <a:defRPr sz="795"/>
            </a:lvl4pPr>
            <a:lvl5pPr marL="1442720" indent="0">
              <a:buNone/>
              <a:defRPr sz="795"/>
            </a:lvl5pPr>
            <a:lvl6pPr marL="1802765" indent="0">
              <a:buNone/>
              <a:defRPr sz="795"/>
            </a:lvl6pPr>
            <a:lvl7pPr marL="2160905" indent="0">
              <a:buNone/>
              <a:defRPr sz="795"/>
            </a:lvl7pPr>
            <a:lvl8pPr marL="2523490" indent="0">
              <a:buNone/>
              <a:defRPr sz="795"/>
            </a:lvl8pPr>
            <a:lvl9pPr marL="2881630" indent="0">
              <a:buNone/>
              <a:defRPr sz="7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1730" y="360615"/>
            <a:ext cx="2442959" cy="1262150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220131" y="778827"/>
            <a:ext cx="3834572" cy="3844051"/>
          </a:xfrm>
        </p:spPr>
        <p:txBody>
          <a:bodyPr/>
          <a:lstStyle>
            <a:lvl1pPr marL="0" indent="0">
              <a:buNone/>
              <a:defRPr sz="2520"/>
            </a:lvl1pPr>
            <a:lvl2pPr marL="360680" indent="0">
              <a:buNone/>
              <a:defRPr sz="2220"/>
            </a:lvl2pPr>
            <a:lvl3pPr marL="720090" indent="0">
              <a:buNone/>
              <a:defRPr sz="1895"/>
            </a:lvl3pPr>
            <a:lvl4pPr marL="1081405" indent="0">
              <a:buNone/>
              <a:defRPr sz="1585"/>
            </a:lvl4pPr>
            <a:lvl5pPr marL="1442720" indent="0">
              <a:buNone/>
              <a:defRPr sz="1585"/>
            </a:lvl5pPr>
            <a:lvl6pPr marL="1802765" indent="0">
              <a:buNone/>
              <a:defRPr sz="1585"/>
            </a:lvl6pPr>
            <a:lvl7pPr marL="2160905" indent="0">
              <a:buNone/>
              <a:defRPr sz="1585"/>
            </a:lvl7pPr>
            <a:lvl8pPr marL="2523490" indent="0">
              <a:buNone/>
              <a:defRPr sz="1585"/>
            </a:lvl8pPr>
            <a:lvl9pPr marL="2881630" indent="0">
              <a:buNone/>
              <a:defRPr sz="158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21730" y="1622766"/>
            <a:ext cx="2442959" cy="3006375"/>
          </a:xfrm>
        </p:spPr>
        <p:txBody>
          <a:bodyPr/>
          <a:lstStyle>
            <a:lvl1pPr marL="0" indent="0">
              <a:buNone/>
              <a:defRPr sz="1255"/>
            </a:lvl1pPr>
            <a:lvl2pPr marL="360680" indent="0">
              <a:buNone/>
              <a:defRPr sz="1105"/>
            </a:lvl2pPr>
            <a:lvl3pPr marL="720090" indent="0">
              <a:buNone/>
              <a:defRPr sz="945"/>
            </a:lvl3pPr>
            <a:lvl4pPr marL="1081405" indent="0">
              <a:buNone/>
              <a:defRPr sz="795"/>
            </a:lvl4pPr>
            <a:lvl5pPr marL="1442720" indent="0">
              <a:buNone/>
              <a:defRPr sz="795"/>
            </a:lvl5pPr>
            <a:lvl6pPr marL="1802765" indent="0">
              <a:buNone/>
              <a:defRPr sz="795"/>
            </a:lvl6pPr>
            <a:lvl7pPr marL="2160905" indent="0">
              <a:buNone/>
              <a:defRPr sz="795"/>
            </a:lvl7pPr>
            <a:lvl8pPr marL="2523490" indent="0">
              <a:buNone/>
              <a:defRPr sz="795"/>
            </a:lvl8pPr>
            <a:lvl9pPr marL="2881630" indent="0">
              <a:buNone/>
              <a:defRPr sz="7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420474" y="287990"/>
            <a:ext cx="1633243" cy="458406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20744" y="287990"/>
            <a:ext cx="4805050" cy="458406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20744" y="287990"/>
            <a:ext cx="6532973" cy="10455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20744" y="1439954"/>
            <a:ext cx="6532973" cy="3432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20744" y="5013543"/>
            <a:ext cx="1704251" cy="2879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509039" y="5013543"/>
            <a:ext cx="2556380" cy="2879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349465" y="5013543"/>
            <a:ext cx="1704251" cy="2879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720090" rtl="0" eaLnBrk="1" latinLnBrk="0" hangingPunct="1">
        <a:lnSpc>
          <a:spcPct val="90000"/>
        </a:lnSpc>
        <a:spcBef>
          <a:spcPct val="156000"/>
        </a:spcBef>
        <a:buFont typeface="Arial" panose="020B0604020202020204" pitchFamily="34" charset="0"/>
        <a:buChar char="•"/>
        <a:defRPr sz="2220" kern="1200">
          <a:solidFill>
            <a:schemeClr val="tx1"/>
          </a:solidFill>
          <a:latin typeface="+mn-lt"/>
          <a:ea typeface="+mn-ea"/>
          <a:cs typeface="+mn-cs"/>
        </a:defRPr>
      </a:lvl1pPr>
      <a:lvl2pPr marL="540385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895" kern="1200">
          <a:solidFill>
            <a:schemeClr val="tx1"/>
          </a:solidFill>
          <a:latin typeface="+mn-lt"/>
          <a:ea typeface="+mn-ea"/>
          <a:cs typeface="+mn-cs"/>
        </a:defRPr>
      </a:lvl2pPr>
      <a:lvl3pPr marL="901700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585" kern="1200">
          <a:solidFill>
            <a:schemeClr val="tx1"/>
          </a:solidFill>
          <a:latin typeface="+mn-lt"/>
          <a:ea typeface="+mn-ea"/>
          <a:cs typeface="+mn-cs"/>
        </a:defRPr>
      </a:lvl3pPr>
      <a:lvl4pPr marL="1263015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4pPr>
      <a:lvl5pPr marL="1623060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5pPr>
      <a:lvl6pPr marL="1979930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6pPr>
      <a:lvl7pPr marL="2342515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7pPr>
      <a:lvl8pPr marL="2703195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8pPr>
      <a:lvl9pPr marL="3065780" indent="-180975" algn="l" defTabSz="720090" rtl="0" eaLnBrk="1" latinLnBrk="0" hangingPunct="1">
        <a:lnSpc>
          <a:spcPct val="90000"/>
        </a:lnSpc>
        <a:spcBef>
          <a:spcPts val="385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1pPr>
      <a:lvl2pPr marL="360680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3pPr>
      <a:lvl4pPr marL="1081405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4pPr>
      <a:lvl5pPr marL="1442720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5pPr>
      <a:lvl6pPr marL="1802765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6pPr>
      <a:lvl7pPr marL="2160905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7pPr>
      <a:lvl8pPr marL="2523490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8pPr>
      <a:lvl9pPr marL="2881630" algn="l" defTabSz="720090" rtl="0" eaLnBrk="1" latinLnBrk="0" hangingPunct="1">
        <a:defRPr sz="14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image" Target="../media/image3.emf"/><Relationship Id="rId5" Type="http://schemas.openxmlformats.org/officeDocument/2006/relationships/tags" Target="../tags/tag3.xml"/><Relationship Id="rId4" Type="http://schemas.openxmlformats.org/officeDocument/2006/relationships/image" Target="../media/image2.emf"/><Relationship Id="rId3" Type="http://schemas.openxmlformats.org/officeDocument/2006/relationships/tags" Target="../tags/tag2.xml"/><Relationship Id="rId2" Type="http://schemas.openxmlformats.org/officeDocument/2006/relationships/image" Target="../media/image1.emf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8.xml"/><Relationship Id="rId11" Type="http://schemas.openxmlformats.org/officeDocument/2006/relationships/image" Target="../media/image4.emf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Figure 2(C)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l="4847" t="2981" r="39395" b="35368"/>
          <a:stretch>
            <a:fillRect/>
          </a:stretch>
        </p:blipFill>
        <p:spPr>
          <a:xfrm>
            <a:off x="135890" y="2860040"/>
            <a:ext cx="3402000" cy="2427218"/>
          </a:xfrm>
          <a:prstGeom prst="rect">
            <a:avLst/>
          </a:prstGeom>
        </p:spPr>
      </p:pic>
      <p:pic>
        <p:nvPicPr>
          <p:cNvPr id="7" name="图片 6" descr="Figure 2(A)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l="4834" t="4300" r="39384" b="35436"/>
          <a:stretch>
            <a:fillRect/>
          </a:stretch>
        </p:blipFill>
        <p:spPr>
          <a:xfrm>
            <a:off x="127509" y="404016"/>
            <a:ext cx="3401492" cy="2376349"/>
          </a:xfrm>
          <a:prstGeom prst="rect">
            <a:avLst/>
          </a:prstGeom>
        </p:spPr>
      </p:pic>
      <p:pic>
        <p:nvPicPr>
          <p:cNvPr id="8" name="图片 7" descr="Figure 2(B)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rcRect l="4824" t="4366" r="39452" b="35347"/>
          <a:stretch>
            <a:fillRect/>
          </a:stretch>
        </p:blipFill>
        <p:spPr>
          <a:xfrm>
            <a:off x="3698114" y="407567"/>
            <a:ext cx="3393294" cy="2376349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47777" y="55857"/>
            <a:ext cx="6913129" cy="260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Taukim Xu, et.al. Figure 2. </a:t>
            </a:r>
            <a:endParaRPr lang="en-US" altLang="zh-CN" sz="11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文本框 25"/>
          <p:cNvSpPr txBox="1"/>
          <p:nvPr>
            <p:custDataLst>
              <p:tags r:id="rId7"/>
            </p:custDataLst>
          </p:nvPr>
        </p:nvSpPr>
        <p:spPr>
          <a:xfrm>
            <a:off x="81005" y="247640"/>
            <a:ext cx="136933" cy="357158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8"/>
            </p:custDataLst>
          </p:nvPr>
        </p:nvSpPr>
        <p:spPr>
          <a:xfrm>
            <a:off x="3661770" y="265670"/>
            <a:ext cx="136933" cy="357158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9"/>
            </p:custDataLst>
          </p:nvPr>
        </p:nvSpPr>
        <p:spPr>
          <a:xfrm>
            <a:off x="81005" y="2670415"/>
            <a:ext cx="136933" cy="357158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c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6" name="图片 5" descr="Figure 2(D)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rcRect l="4889" t="2938" r="39395" b="35383"/>
          <a:stretch>
            <a:fillRect/>
          </a:stretch>
        </p:blipFill>
        <p:spPr>
          <a:xfrm>
            <a:off x="3701415" y="2847975"/>
            <a:ext cx="3402000" cy="2433664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661770" y="2670415"/>
            <a:ext cx="136933" cy="357158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d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2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3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4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5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6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7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8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9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WPS 演示</Application>
  <PresentationFormat>宽屏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102</cp:revision>
  <dcterms:created xsi:type="dcterms:W3CDTF">2023-08-09T12:44:00Z</dcterms:created>
  <dcterms:modified xsi:type="dcterms:W3CDTF">2025-12-25T11:53:35Z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2052-12.1.0.24034</vt:lpwstr>
  </property>
</Properties>
</file>
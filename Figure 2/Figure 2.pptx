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3959860" cy="323977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96137" y="531591"/>
            <a:ext cx="2976815" cy="1130853"/>
          </a:xfrm>
        </p:spPr>
        <p:txBody>
          <a:bodyPr anchor="b"/>
          <a:lstStyle>
            <a:lvl1pPr algn="ctr">
              <a:defRPr sz="2605"/>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496137" y="1706056"/>
            <a:ext cx="2976815" cy="784229"/>
          </a:xfrm>
        </p:spPr>
        <p:txBody>
          <a:bodyPr/>
          <a:lstStyle>
            <a:lvl1pPr marL="0" indent="0" algn="ctr">
              <a:buNone/>
              <a:defRPr sz="1040"/>
            </a:lvl1pPr>
            <a:lvl2pPr marL="198755" indent="0" algn="ctr">
              <a:buNone/>
              <a:defRPr sz="870"/>
            </a:lvl2pPr>
            <a:lvl3pPr marL="395605" indent="0" algn="ctr">
              <a:buNone/>
              <a:defRPr sz="790"/>
            </a:lvl3pPr>
            <a:lvl4pPr marL="594360" indent="0" algn="ctr">
              <a:buNone/>
              <a:defRPr sz="690"/>
            </a:lvl4pPr>
            <a:lvl5pPr marL="793115" indent="0" algn="ctr">
              <a:buNone/>
              <a:defRPr sz="690"/>
            </a:lvl5pPr>
            <a:lvl6pPr marL="991870" indent="0" algn="ctr">
              <a:buNone/>
              <a:defRPr sz="690"/>
            </a:lvl6pPr>
            <a:lvl7pPr marL="1189355" indent="0" algn="ctr">
              <a:buNone/>
              <a:defRPr sz="690"/>
            </a:lvl7pPr>
            <a:lvl8pPr marL="1388110" indent="0" algn="ctr">
              <a:buNone/>
              <a:defRPr sz="690"/>
            </a:lvl8pPr>
            <a:lvl9pPr marL="1584960" indent="0" algn="ctr">
              <a:buNone/>
              <a:defRPr sz="69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70807" y="809794"/>
            <a:ext cx="3423340" cy="1351159"/>
          </a:xfrm>
        </p:spPr>
        <p:txBody>
          <a:bodyPr anchor="b"/>
          <a:lstStyle>
            <a:lvl1pPr>
              <a:defRPr sz="2605"/>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270807" y="2173735"/>
            <a:ext cx="3423340" cy="710541"/>
          </a:xfrm>
        </p:spPr>
        <p:txBody>
          <a:bodyPr/>
          <a:lstStyle>
            <a:lvl1pPr marL="0" indent="0">
              <a:buNone/>
              <a:defRPr sz="1040">
                <a:solidFill>
                  <a:schemeClr val="tx1">
                    <a:tint val="75000"/>
                  </a:schemeClr>
                </a:solidFill>
              </a:defRPr>
            </a:lvl1pPr>
            <a:lvl2pPr marL="198755" indent="0">
              <a:buNone/>
              <a:defRPr sz="870">
                <a:solidFill>
                  <a:schemeClr val="tx1">
                    <a:tint val="75000"/>
                  </a:schemeClr>
                </a:solidFill>
              </a:defRPr>
            </a:lvl2pPr>
            <a:lvl3pPr marL="395605" indent="0">
              <a:buNone/>
              <a:defRPr sz="790">
                <a:solidFill>
                  <a:schemeClr val="tx1">
                    <a:tint val="75000"/>
                  </a:schemeClr>
                </a:solidFill>
              </a:defRPr>
            </a:lvl3pPr>
            <a:lvl4pPr marL="594360" indent="0">
              <a:buNone/>
              <a:defRPr sz="690">
                <a:solidFill>
                  <a:schemeClr val="tx1">
                    <a:tint val="75000"/>
                  </a:schemeClr>
                </a:solidFill>
              </a:defRPr>
            </a:lvl4pPr>
            <a:lvl5pPr marL="793115" indent="0">
              <a:buNone/>
              <a:defRPr sz="690">
                <a:solidFill>
                  <a:schemeClr val="tx1">
                    <a:tint val="75000"/>
                  </a:schemeClr>
                </a:solidFill>
              </a:defRPr>
            </a:lvl5pPr>
            <a:lvl6pPr marL="991870" indent="0">
              <a:buNone/>
              <a:defRPr sz="690">
                <a:solidFill>
                  <a:schemeClr val="tx1">
                    <a:tint val="75000"/>
                  </a:schemeClr>
                </a:solidFill>
              </a:defRPr>
            </a:lvl6pPr>
            <a:lvl7pPr marL="1189355" indent="0">
              <a:buNone/>
              <a:defRPr sz="690">
                <a:solidFill>
                  <a:schemeClr val="tx1">
                    <a:tint val="75000"/>
                  </a:schemeClr>
                </a:solidFill>
              </a:defRPr>
            </a:lvl7pPr>
            <a:lvl8pPr marL="1388110" indent="0">
              <a:buNone/>
              <a:defRPr sz="690">
                <a:solidFill>
                  <a:schemeClr val="tx1">
                    <a:tint val="75000"/>
                  </a:schemeClr>
                </a:solidFill>
              </a:defRPr>
            </a:lvl8pPr>
            <a:lvl9pPr marL="1584960" indent="0">
              <a:buNone/>
              <a:defRPr sz="69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72877" y="864682"/>
            <a:ext cx="1686866" cy="206095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2009352" y="864682"/>
            <a:ext cx="1686866" cy="2060951"/>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73394" y="172935"/>
            <a:ext cx="3423340" cy="627836"/>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273394" y="796259"/>
            <a:ext cx="1679110" cy="390234"/>
          </a:xfrm>
        </p:spPr>
        <p:txBody>
          <a:bodyPr anchor="b"/>
          <a:lstStyle>
            <a:lvl1pPr marL="0" indent="0">
              <a:buNone/>
              <a:defRPr sz="1040" b="1"/>
            </a:lvl1pPr>
            <a:lvl2pPr marL="198755" indent="0">
              <a:buNone/>
              <a:defRPr sz="870" b="1"/>
            </a:lvl2pPr>
            <a:lvl3pPr marL="395605" indent="0">
              <a:buNone/>
              <a:defRPr sz="790" b="1"/>
            </a:lvl3pPr>
            <a:lvl4pPr marL="594360" indent="0">
              <a:buNone/>
              <a:defRPr sz="690" b="1"/>
            </a:lvl4pPr>
            <a:lvl5pPr marL="793115" indent="0">
              <a:buNone/>
              <a:defRPr sz="690" b="1"/>
            </a:lvl5pPr>
            <a:lvl6pPr marL="991870" indent="0">
              <a:buNone/>
              <a:defRPr sz="690" b="1"/>
            </a:lvl6pPr>
            <a:lvl7pPr marL="1189355" indent="0">
              <a:buNone/>
              <a:defRPr sz="690" b="1"/>
            </a:lvl7pPr>
            <a:lvl8pPr marL="1388110" indent="0">
              <a:buNone/>
              <a:defRPr sz="690" b="1"/>
            </a:lvl8pPr>
            <a:lvl9pPr marL="1584960" indent="0">
              <a:buNone/>
              <a:defRPr sz="69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273394" y="1186492"/>
            <a:ext cx="1679110" cy="17451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2009352" y="796259"/>
            <a:ext cx="1687381" cy="390234"/>
          </a:xfrm>
        </p:spPr>
        <p:txBody>
          <a:bodyPr anchor="b"/>
          <a:lstStyle>
            <a:lvl1pPr marL="0" indent="0">
              <a:buNone/>
              <a:defRPr sz="1040" b="1"/>
            </a:lvl1pPr>
            <a:lvl2pPr marL="198755" indent="0">
              <a:buNone/>
              <a:defRPr sz="870" b="1"/>
            </a:lvl2pPr>
            <a:lvl3pPr marL="395605" indent="0">
              <a:buNone/>
              <a:defRPr sz="790" b="1"/>
            </a:lvl3pPr>
            <a:lvl4pPr marL="594360" indent="0">
              <a:buNone/>
              <a:defRPr sz="690" b="1"/>
            </a:lvl4pPr>
            <a:lvl5pPr marL="793115" indent="0">
              <a:buNone/>
              <a:defRPr sz="690" b="1"/>
            </a:lvl5pPr>
            <a:lvl6pPr marL="991870" indent="0">
              <a:buNone/>
              <a:defRPr sz="690" b="1"/>
            </a:lvl6pPr>
            <a:lvl7pPr marL="1189355" indent="0">
              <a:buNone/>
              <a:defRPr sz="690" b="1"/>
            </a:lvl7pPr>
            <a:lvl8pPr marL="1388110" indent="0">
              <a:buNone/>
              <a:defRPr sz="690" b="1"/>
            </a:lvl8pPr>
            <a:lvl9pPr marL="1584960" indent="0">
              <a:buNone/>
              <a:defRPr sz="69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2009352" y="1186492"/>
            <a:ext cx="1687381" cy="174515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73394" y="216546"/>
            <a:ext cx="1280134" cy="757913"/>
          </a:xfrm>
        </p:spPr>
        <p:txBody>
          <a:bodyPr anchor="b"/>
          <a:lstStyle>
            <a:lvl1pPr>
              <a:defRPr sz="1385"/>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1687381" y="467680"/>
            <a:ext cx="2009352" cy="2308325"/>
          </a:xfrm>
        </p:spPr>
        <p:txBody>
          <a:bodyPr/>
          <a:lstStyle>
            <a:lvl1pPr>
              <a:defRPr sz="1385"/>
            </a:lvl1pPr>
            <a:lvl2pPr>
              <a:defRPr sz="1220"/>
            </a:lvl2pPr>
            <a:lvl3pPr>
              <a:defRPr sz="1040"/>
            </a:lvl3pPr>
            <a:lvl4pPr>
              <a:defRPr sz="870"/>
            </a:lvl4pPr>
            <a:lvl5pPr>
              <a:defRPr sz="870"/>
            </a:lvl5pPr>
            <a:lvl6pPr>
              <a:defRPr sz="870"/>
            </a:lvl6pPr>
            <a:lvl7pPr>
              <a:defRPr sz="870"/>
            </a:lvl7pPr>
            <a:lvl8pPr>
              <a:defRPr sz="870"/>
            </a:lvl8pPr>
            <a:lvl9pPr>
              <a:defRPr sz="87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273394" y="974459"/>
            <a:ext cx="1280134" cy="1805309"/>
          </a:xfrm>
        </p:spPr>
        <p:txBody>
          <a:bodyPr/>
          <a:lstStyle>
            <a:lvl1pPr marL="0" indent="0">
              <a:buNone/>
              <a:defRPr sz="690"/>
            </a:lvl1pPr>
            <a:lvl2pPr marL="198755" indent="0">
              <a:buNone/>
              <a:defRPr sz="610"/>
            </a:lvl2pPr>
            <a:lvl3pPr marL="395605" indent="0">
              <a:buNone/>
              <a:defRPr sz="525"/>
            </a:lvl3pPr>
            <a:lvl4pPr marL="594360" indent="0">
              <a:buNone/>
              <a:defRPr sz="440"/>
            </a:lvl4pPr>
            <a:lvl5pPr marL="793115" indent="0">
              <a:buNone/>
              <a:defRPr sz="440"/>
            </a:lvl5pPr>
            <a:lvl6pPr marL="991870" indent="0">
              <a:buNone/>
              <a:defRPr sz="440"/>
            </a:lvl6pPr>
            <a:lvl7pPr marL="1189355" indent="0">
              <a:buNone/>
              <a:defRPr sz="440"/>
            </a:lvl7pPr>
            <a:lvl8pPr marL="1388110" indent="0">
              <a:buNone/>
              <a:defRPr sz="440"/>
            </a:lvl8pPr>
            <a:lvl9pPr marL="1584960" indent="0">
              <a:buNone/>
              <a:defRPr sz="44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73394" y="216546"/>
            <a:ext cx="1280134" cy="757913"/>
          </a:xfrm>
        </p:spPr>
        <p:txBody>
          <a:bodyPr anchor="b"/>
          <a:lstStyle>
            <a:lvl1pPr>
              <a:defRPr sz="1385"/>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687381" y="467680"/>
            <a:ext cx="2009352" cy="2308325"/>
          </a:xfrm>
        </p:spPr>
        <p:txBody>
          <a:bodyPr/>
          <a:lstStyle>
            <a:lvl1pPr marL="0" indent="0">
              <a:buNone/>
              <a:defRPr sz="1385"/>
            </a:lvl1pPr>
            <a:lvl2pPr marL="198755" indent="0">
              <a:buNone/>
              <a:defRPr sz="1220"/>
            </a:lvl2pPr>
            <a:lvl3pPr marL="395605" indent="0">
              <a:buNone/>
              <a:defRPr sz="1040"/>
            </a:lvl3pPr>
            <a:lvl4pPr marL="594360" indent="0">
              <a:buNone/>
              <a:defRPr sz="870"/>
            </a:lvl4pPr>
            <a:lvl5pPr marL="793115" indent="0">
              <a:buNone/>
              <a:defRPr sz="870"/>
            </a:lvl5pPr>
            <a:lvl6pPr marL="991870" indent="0">
              <a:buNone/>
              <a:defRPr sz="870"/>
            </a:lvl6pPr>
            <a:lvl7pPr marL="1189355" indent="0">
              <a:buNone/>
              <a:defRPr sz="870"/>
            </a:lvl7pPr>
            <a:lvl8pPr marL="1388110" indent="0">
              <a:buNone/>
              <a:defRPr sz="870"/>
            </a:lvl8pPr>
            <a:lvl9pPr marL="1584960" indent="0">
              <a:buNone/>
              <a:defRPr sz="870"/>
            </a:lvl9pPr>
          </a:lstStyle>
          <a:p>
            <a:endParaRPr lang="zh-CN" altLang="en-US"/>
          </a:p>
        </p:txBody>
      </p:sp>
      <p:sp>
        <p:nvSpPr>
          <p:cNvPr id="4" name="文本占位符 3"/>
          <p:cNvSpPr>
            <a:spLocks noGrp="1"/>
          </p:cNvSpPr>
          <p:nvPr>
            <p:ph type="body" sz="half" idx="2"/>
          </p:nvPr>
        </p:nvSpPr>
        <p:spPr>
          <a:xfrm>
            <a:off x="273394" y="974459"/>
            <a:ext cx="1280134" cy="1805309"/>
          </a:xfrm>
        </p:spPr>
        <p:txBody>
          <a:bodyPr/>
          <a:lstStyle>
            <a:lvl1pPr marL="0" indent="0">
              <a:buNone/>
              <a:defRPr sz="690"/>
            </a:lvl1pPr>
            <a:lvl2pPr marL="198755" indent="0">
              <a:buNone/>
              <a:defRPr sz="610"/>
            </a:lvl2pPr>
            <a:lvl3pPr marL="395605" indent="0">
              <a:buNone/>
              <a:defRPr sz="525"/>
            </a:lvl3pPr>
            <a:lvl4pPr marL="594360" indent="0">
              <a:buNone/>
              <a:defRPr sz="440"/>
            </a:lvl4pPr>
            <a:lvl5pPr marL="793115" indent="0">
              <a:buNone/>
              <a:defRPr sz="440"/>
            </a:lvl5pPr>
            <a:lvl6pPr marL="991870" indent="0">
              <a:buNone/>
              <a:defRPr sz="440"/>
            </a:lvl6pPr>
            <a:lvl7pPr marL="1189355" indent="0">
              <a:buNone/>
              <a:defRPr sz="440"/>
            </a:lvl7pPr>
            <a:lvl8pPr marL="1388110" indent="0">
              <a:buNone/>
              <a:defRPr sz="440"/>
            </a:lvl8pPr>
            <a:lvl9pPr marL="1584960" indent="0">
              <a:buNone/>
              <a:defRPr sz="44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840381" y="172935"/>
            <a:ext cx="855834" cy="2752696"/>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72877" y="172935"/>
            <a:ext cx="2517891" cy="2752696"/>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272877" y="172935"/>
            <a:ext cx="3423340" cy="627836"/>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272877" y="864682"/>
            <a:ext cx="3423340" cy="2060951"/>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272877" y="3010597"/>
            <a:ext cx="893044" cy="172935"/>
          </a:xfrm>
          <a:prstGeom prst="rect">
            <a:avLst/>
          </a:prstGeom>
        </p:spPr>
        <p:txBody>
          <a:bodyPr vert="horz" lIns="91440" tIns="45720" rIns="91440" bIns="45720" rtlCol="0" anchor="ctr"/>
          <a:lstStyle>
            <a:lvl1pPr algn="l">
              <a:defRPr sz="525">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1314760" y="3010597"/>
            <a:ext cx="1339567" cy="172935"/>
          </a:xfrm>
          <a:prstGeom prst="rect">
            <a:avLst/>
          </a:prstGeom>
        </p:spPr>
        <p:txBody>
          <a:bodyPr vert="horz" lIns="91440" tIns="45720" rIns="91440" bIns="45720" rtlCol="0" anchor="ctr"/>
          <a:lstStyle>
            <a:lvl1pPr algn="ctr">
              <a:defRPr sz="525">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2803171" y="3010597"/>
            <a:ext cx="893044" cy="172935"/>
          </a:xfrm>
          <a:prstGeom prst="rect">
            <a:avLst/>
          </a:prstGeom>
        </p:spPr>
        <p:txBody>
          <a:bodyPr vert="horz" lIns="91440" tIns="45720" rIns="91440" bIns="45720" rtlCol="0" anchor="ctr"/>
          <a:lstStyle>
            <a:lvl1pPr algn="r">
              <a:defRPr sz="525">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95605" rtl="0" eaLnBrk="1" latinLnBrk="0" hangingPunct="1">
        <a:lnSpc>
          <a:spcPct val="90000"/>
        </a:lnSpc>
        <a:spcBef>
          <a:spcPct val="0"/>
        </a:spcBef>
        <a:buNone/>
        <a:defRPr sz="1905" kern="1200">
          <a:solidFill>
            <a:schemeClr val="tx1"/>
          </a:solidFill>
          <a:latin typeface="+mj-lt"/>
          <a:ea typeface="+mj-ea"/>
          <a:cs typeface="+mj-cs"/>
        </a:defRPr>
      </a:lvl1pPr>
    </p:titleStyle>
    <p:bodyStyle>
      <a:lvl1pPr marL="100330" indent="-100330" algn="l" defTabSz="395605" rtl="0" eaLnBrk="1" latinLnBrk="0" hangingPunct="1">
        <a:lnSpc>
          <a:spcPct val="90000"/>
        </a:lnSpc>
        <a:spcBef>
          <a:spcPts val="425"/>
        </a:spcBef>
        <a:buFont typeface="Arial" panose="020B0604020202020204" pitchFamily="34" charset="0"/>
        <a:buChar char="•"/>
        <a:defRPr sz="1220" kern="1200">
          <a:solidFill>
            <a:schemeClr val="tx1"/>
          </a:solidFill>
          <a:latin typeface="+mn-lt"/>
          <a:ea typeface="+mn-ea"/>
          <a:cs typeface="+mn-cs"/>
        </a:defRPr>
      </a:lvl1pPr>
      <a:lvl2pPr marL="297180" indent="-100330" algn="l" defTabSz="395605" rtl="0" eaLnBrk="1" latinLnBrk="0" hangingPunct="1">
        <a:lnSpc>
          <a:spcPct val="90000"/>
        </a:lnSpc>
        <a:spcBef>
          <a:spcPts val="210"/>
        </a:spcBef>
        <a:buFont typeface="Arial" panose="020B0604020202020204" pitchFamily="34" charset="0"/>
        <a:buChar char="•"/>
        <a:defRPr sz="1040" kern="1200">
          <a:solidFill>
            <a:schemeClr val="tx1"/>
          </a:solidFill>
          <a:latin typeface="+mn-lt"/>
          <a:ea typeface="+mn-ea"/>
          <a:cs typeface="+mn-cs"/>
        </a:defRPr>
      </a:lvl2pPr>
      <a:lvl3pPr marL="496570" indent="-100330" algn="l" defTabSz="395605" rtl="0" eaLnBrk="1" latinLnBrk="0" hangingPunct="1">
        <a:lnSpc>
          <a:spcPct val="90000"/>
        </a:lnSpc>
        <a:spcBef>
          <a:spcPts val="210"/>
        </a:spcBef>
        <a:buFont typeface="Arial" panose="020B0604020202020204" pitchFamily="34" charset="0"/>
        <a:buChar char="•"/>
        <a:defRPr sz="870" kern="1200">
          <a:solidFill>
            <a:schemeClr val="tx1"/>
          </a:solidFill>
          <a:latin typeface="+mn-lt"/>
          <a:ea typeface="+mn-ea"/>
          <a:cs typeface="+mn-cs"/>
        </a:defRPr>
      </a:lvl3pPr>
      <a:lvl4pPr marL="694690"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4pPr>
      <a:lvl5pPr marL="892810"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5pPr>
      <a:lvl6pPr marL="1089025"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6pPr>
      <a:lvl7pPr marL="1288415"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7pPr>
      <a:lvl8pPr marL="1487170"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8pPr>
      <a:lvl9pPr marL="1686560" indent="-100330" algn="l" defTabSz="395605" rtl="0" eaLnBrk="1" latinLnBrk="0" hangingPunct="1">
        <a:lnSpc>
          <a:spcPct val="90000"/>
        </a:lnSpc>
        <a:spcBef>
          <a:spcPts val="210"/>
        </a:spcBef>
        <a:buFont typeface="Arial" panose="020B0604020202020204" pitchFamily="34" charset="0"/>
        <a:buChar char="•"/>
        <a:defRPr sz="790" kern="1200">
          <a:solidFill>
            <a:schemeClr val="tx1"/>
          </a:solidFill>
          <a:latin typeface="+mn-lt"/>
          <a:ea typeface="+mn-ea"/>
          <a:cs typeface="+mn-cs"/>
        </a:defRPr>
      </a:lvl9pPr>
    </p:bodyStyle>
    <p:otherStyle>
      <a:defPPr>
        <a:defRPr lang="zh-CN"/>
      </a:defPPr>
      <a:lvl1pPr marL="0" algn="l" defTabSz="395605" rtl="0" eaLnBrk="1" latinLnBrk="0" hangingPunct="1">
        <a:defRPr sz="790" kern="1200">
          <a:solidFill>
            <a:schemeClr val="tx1"/>
          </a:solidFill>
          <a:latin typeface="+mn-lt"/>
          <a:ea typeface="+mn-ea"/>
          <a:cs typeface="+mn-cs"/>
        </a:defRPr>
      </a:lvl1pPr>
      <a:lvl2pPr marL="198755" algn="l" defTabSz="395605" rtl="0" eaLnBrk="1" latinLnBrk="0" hangingPunct="1">
        <a:defRPr sz="790" kern="1200">
          <a:solidFill>
            <a:schemeClr val="tx1"/>
          </a:solidFill>
          <a:latin typeface="+mn-lt"/>
          <a:ea typeface="+mn-ea"/>
          <a:cs typeface="+mn-cs"/>
        </a:defRPr>
      </a:lvl2pPr>
      <a:lvl3pPr marL="395605" algn="l" defTabSz="395605" rtl="0" eaLnBrk="1" latinLnBrk="0" hangingPunct="1">
        <a:defRPr sz="790" kern="1200">
          <a:solidFill>
            <a:schemeClr val="tx1"/>
          </a:solidFill>
          <a:latin typeface="+mn-lt"/>
          <a:ea typeface="+mn-ea"/>
          <a:cs typeface="+mn-cs"/>
        </a:defRPr>
      </a:lvl3pPr>
      <a:lvl4pPr marL="594360" algn="l" defTabSz="395605" rtl="0" eaLnBrk="1" latinLnBrk="0" hangingPunct="1">
        <a:defRPr sz="790" kern="1200">
          <a:solidFill>
            <a:schemeClr val="tx1"/>
          </a:solidFill>
          <a:latin typeface="+mn-lt"/>
          <a:ea typeface="+mn-ea"/>
          <a:cs typeface="+mn-cs"/>
        </a:defRPr>
      </a:lvl4pPr>
      <a:lvl5pPr marL="793115" algn="l" defTabSz="395605" rtl="0" eaLnBrk="1" latinLnBrk="0" hangingPunct="1">
        <a:defRPr sz="790" kern="1200">
          <a:solidFill>
            <a:schemeClr val="tx1"/>
          </a:solidFill>
          <a:latin typeface="+mn-lt"/>
          <a:ea typeface="+mn-ea"/>
          <a:cs typeface="+mn-cs"/>
        </a:defRPr>
      </a:lvl5pPr>
      <a:lvl6pPr marL="991870" algn="l" defTabSz="395605" rtl="0" eaLnBrk="1" latinLnBrk="0" hangingPunct="1">
        <a:defRPr sz="790" kern="1200">
          <a:solidFill>
            <a:schemeClr val="tx1"/>
          </a:solidFill>
          <a:latin typeface="+mn-lt"/>
          <a:ea typeface="+mn-ea"/>
          <a:cs typeface="+mn-cs"/>
        </a:defRPr>
      </a:lvl6pPr>
      <a:lvl7pPr marL="1189355" algn="l" defTabSz="395605" rtl="0" eaLnBrk="1" latinLnBrk="0" hangingPunct="1">
        <a:defRPr sz="790" kern="1200">
          <a:solidFill>
            <a:schemeClr val="tx1"/>
          </a:solidFill>
          <a:latin typeface="+mn-lt"/>
          <a:ea typeface="+mn-ea"/>
          <a:cs typeface="+mn-cs"/>
        </a:defRPr>
      </a:lvl7pPr>
      <a:lvl8pPr marL="1388110" algn="l" defTabSz="395605" rtl="0" eaLnBrk="1" latinLnBrk="0" hangingPunct="1">
        <a:defRPr sz="790" kern="1200">
          <a:solidFill>
            <a:schemeClr val="tx1"/>
          </a:solidFill>
          <a:latin typeface="+mn-lt"/>
          <a:ea typeface="+mn-ea"/>
          <a:cs typeface="+mn-cs"/>
        </a:defRPr>
      </a:lvl8pPr>
      <a:lvl9pPr marL="1584960" algn="l" defTabSz="395605" rtl="0" eaLnBrk="1" latinLnBrk="0" hangingPunct="1">
        <a:defRPr sz="7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nvSpPr>
        <p:spPr>
          <a:xfrm>
            <a:off x="29210" y="2591435"/>
            <a:ext cx="3810635" cy="629920"/>
          </a:xfrm>
          <a:prstGeom prst="rect">
            <a:avLst/>
          </a:prstGeom>
          <a:noFill/>
        </p:spPr>
        <p:txBody>
          <a:bodyPr wrap="square" rtlCol="0">
            <a:spAutoFit/>
          </a:bodyPr>
          <a:p>
            <a:pPr algn="l"/>
            <a:r>
              <a:rPr lang="en-US" altLang="zh-CN" sz="700" b="1">
                <a:latin typeface="Times New Roman" panose="02020603050405020304" charset="0"/>
                <a:cs typeface="Times New Roman" panose="02020603050405020304" charset="0"/>
                <a:sym typeface="+mn-ea"/>
              </a:rPr>
              <a:t>Fig. 2. Life-course variation pattern of coefficients a and b.</a:t>
            </a:r>
            <a:r>
              <a:rPr lang="en-US" altLang="zh-CN" sz="700">
                <a:latin typeface="Times New Roman" panose="02020603050405020304" charset="0"/>
                <a:cs typeface="Times New Roman" panose="02020603050405020304" charset="0"/>
                <a:sym typeface="+mn-ea"/>
              </a:rPr>
              <a:t> Data from NHANES, ENSAUNT, and KNHANES were grouped by survey wave and then merged. Data from SHARE were grouped by country and then merged. The solid line represents the mean and the shaded area indicates the range between the 5th and 95th percentiles. </a:t>
            </a:r>
            <a:r>
              <a:rPr lang="en-US" altLang="zh-CN" sz="700">
                <a:latin typeface="Times New Roman" panose="02020603050405020304" charset="0"/>
                <a:cs typeface="Times New Roman" panose="02020603050405020304" charset="0"/>
                <a:sym typeface="+mn-ea"/>
              </a:rPr>
              <a:t>All curves were smoothed to clarify age-related trajectories. </a:t>
            </a:r>
            <a:r>
              <a:rPr lang="en-US" altLang="zh-CN" sz="700">
                <a:latin typeface="Times New Roman" panose="02020603050405020304" charset="0"/>
                <a:cs typeface="Times New Roman" panose="02020603050405020304" charset="0"/>
                <a:sym typeface="+mn-ea"/>
              </a:rPr>
              <a:t> The hyperbolic weight-height constraint model is formulated as 1 = a/Weight + b</a:t>
            </a:r>
            <a:r>
              <a:rPr lang="en-US" altLang="en-US" sz="700">
                <a:latin typeface="Times New Roman" panose="02020603050405020304" charset="0"/>
                <a:cs typeface="Times New Roman" panose="02020603050405020304" charset="0"/>
                <a:sym typeface="+mn-ea"/>
              </a:rPr>
              <a:t>×</a:t>
            </a:r>
            <a:r>
              <a:rPr lang="en-US" altLang="zh-CN" sz="700">
                <a:latin typeface="Times New Roman" panose="02020603050405020304" charset="0"/>
                <a:cs typeface="Times New Roman" panose="02020603050405020304" charset="0"/>
                <a:sym typeface="+mn-ea"/>
              </a:rPr>
              <a:t>Height.</a:t>
            </a:r>
            <a:endParaRPr lang="en-US" altLang="zh-CN" sz="700">
              <a:latin typeface="Times New Roman" panose="02020603050405020304" charset="0"/>
              <a:cs typeface="Times New Roman" panose="02020603050405020304" charset="0"/>
              <a:sym typeface="+mn-ea"/>
            </a:endParaRPr>
          </a:p>
        </p:txBody>
      </p:sp>
      <p:pic>
        <p:nvPicPr>
          <p:cNvPr id="4" name="图片 3" descr="Figure 2"/>
          <p:cNvPicPr>
            <a:picLocks noChangeAspect="1"/>
          </p:cNvPicPr>
          <p:nvPr/>
        </p:nvPicPr>
        <p:blipFill>
          <a:blip r:embed="rId1"/>
          <a:srcRect l="10217" t="5111" r="26645" b="14522"/>
          <a:stretch>
            <a:fillRect/>
          </a:stretch>
        </p:blipFill>
        <p:spPr>
          <a:xfrm>
            <a:off x="57855" y="60758"/>
            <a:ext cx="3844290" cy="2519045"/>
          </a:xfrm>
          <a:prstGeom prst="rect">
            <a:avLst/>
          </a:prstGeom>
        </p:spPr>
      </p:pic>
    </p:spTree>
  </p:cSld>
  <p:clrMapOvr>
    <a:masterClrMapping/>
  </p:clrMapOvr>
</p:sld>
</file>

<file path=ppt/tags/tag1.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Words>
  <Application>WPS 演示</Application>
  <PresentationFormat>宽屏</PresentationFormat>
  <Paragraphs>2</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Calibri</vt:lpstr>
      <vt:lpstr>微软雅黑</vt:lpstr>
      <vt:lpstr>Arial Unicode MS</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139</cp:revision>
  <dcterms:created xsi:type="dcterms:W3CDTF">2023-08-09T12:44:00Z</dcterms:created>
  <dcterms:modified xsi:type="dcterms:W3CDTF">2026-06-10T08:05:27Z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2052-12.1.0.26895</vt:lpwstr>
  </property>
</Properties>
</file>
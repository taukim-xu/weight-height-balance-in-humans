
<file path=[Content_Types].xml><?xml version="1.0" encoding="utf-8"?>
<Types xmlns="http://schemas.openxmlformats.org/package/2006/content-types">
  <Default Extension="jpeg" ContentType="image/jpeg"/>
  <Default Extension="JPG" ContentType="image/.jpg"/>
  <Default Extension="emf" ContentType="image/x-emf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3"/>
  </p:sldIdLst>
  <p:sldSz cx="11879580" cy="7019925"/>
  <p:notesSz cx="6858000" cy="9144000"/>
  <p:custDataLst>
    <p:tags r:id="rId7"/>
  </p:custDataLst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>
      <p:cViewPr varScale="1">
        <p:scale>
          <a:sx n="116" d="100"/>
          <a:sy n="116" d="100"/>
        </p:scale>
        <p:origin x="336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7" Type="http://schemas.openxmlformats.org/officeDocument/2006/relationships/tags" Target="tags/tag5.xml"/><Relationship Id="rId6" Type="http://schemas.openxmlformats.org/officeDocument/2006/relationships/tableStyles" Target="tableStyles.xml"/><Relationship Id="rId5" Type="http://schemas.openxmlformats.org/officeDocument/2006/relationships/viewProps" Target="viewProps.xml"/><Relationship Id="rId4" Type="http://schemas.openxmlformats.org/officeDocument/2006/relationships/presProps" Target="presProps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" Type="http://schemas.openxmlformats.org/officeDocument/2006/relationships/slideMaster" Target="slideMasters/slideMaster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488065" y="1151072"/>
            <a:ext cx="8928369" cy="2448667"/>
          </a:xfrm>
        </p:spPr>
        <p:txBody>
          <a:bodyPr anchor="b"/>
          <a:lstStyle>
            <a:lvl1pPr algn="ctr">
              <a:defRPr sz="616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488065" y="3694172"/>
            <a:ext cx="8928369" cy="1698110"/>
          </a:xfrm>
        </p:spPr>
        <p:txBody>
          <a:bodyPr/>
          <a:lstStyle>
            <a:lvl1pPr marL="0" indent="0" algn="ctr">
              <a:buNone/>
              <a:defRPr sz="2465"/>
            </a:lvl1pPr>
            <a:lvl2pPr marL="468630" indent="0" algn="ctr">
              <a:buNone/>
              <a:defRPr sz="2060"/>
            </a:lvl2pPr>
            <a:lvl3pPr marL="937260" indent="0" algn="ctr">
              <a:buNone/>
              <a:defRPr sz="1855"/>
            </a:lvl3pPr>
            <a:lvl4pPr marL="1405255" indent="0" algn="ctr">
              <a:buNone/>
              <a:defRPr sz="1645"/>
            </a:lvl4pPr>
            <a:lvl5pPr marL="1873885" indent="0" algn="ctr">
              <a:buNone/>
              <a:defRPr sz="1645"/>
            </a:lvl5pPr>
            <a:lvl6pPr marL="2345055" indent="0" algn="ctr">
              <a:buNone/>
              <a:defRPr sz="1645"/>
            </a:lvl6pPr>
            <a:lvl7pPr marL="2809875" indent="0" algn="ctr">
              <a:buNone/>
              <a:defRPr sz="1645"/>
            </a:lvl7pPr>
            <a:lvl8pPr marL="3280410" indent="0" algn="ctr">
              <a:buNone/>
              <a:defRPr sz="1645"/>
            </a:lvl8pPr>
            <a:lvl9pPr marL="3747135" indent="0" algn="ctr">
              <a:buNone/>
              <a:defRPr sz="1645"/>
            </a:lvl9pPr>
          </a:lstStyle>
          <a:p>
            <a:r>
              <a:rPr lang="zh-CN" altLang="en-US" smtClean="0"/>
              <a:t>单击此处编辑母版副标题样式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12232" y="1753472"/>
            <a:ext cx="10267625" cy="2925704"/>
          </a:xfrm>
        </p:spPr>
        <p:txBody>
          <a:bodyPr anchor="b"/>
          <a:lstStyle>
            <a:lvl1pPr>
              <a:defRPr sz="616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12232" y="4706853"/>
            <a:ext cx="10267625" cy="1538557"/>
          </a:xfrm>
        </p:spPr>
        <p:txBody>
          <a:bodyPr/>
          <a:lstStyle>
            <a:lvl1pPr marL="0" indent="0">
              <a:buNone/>
              <a:defRPr sz="2465">
                <a:solidFill>
                  <a:schemeClr val="tx1">
                    <a:tint val="75000"/>
                  </a:schemeClr>
                </a:solidFill>
              </a:defRPr>
            </a:lvl1pPr>
            <a:lvl2pPr marL="468630" indent="0">
              <a:buNone/>
              <a:defRPr sz="2060">
                <a:solidFill>
                  <a:schemeClr val="tx1">
                    <a:tint val="75000"/>
                  </a:schemeClr>
                </a:solidFill>
              </a:defRPr>
            </a:lvl2pPr>
            <a:lvl3pPr marL="937260" indent="0">
              <a:buNone/>
              <a:defRPr sz="1855">
                <a:solidFill>
                  <a:schemeClr val="tx1">
                    <a:tint val="75000"/>
                  </a:schemeClr>
                </a:solidFill>
              </a:defRPr>
            </a:lvl3pPr>
            <a:lvl4pPr marL="1405255" indent="0">
              <a:buNone/>
              <a:defRPr sz="1645">
                <a:solidFill>
                  <a:schemeClr val="tx1">
                    <a:tint val="75000"/>
                  </a:schemeClr>
                </a:solidFill>
              </a:defRPr>
            </a:lvl4pPr>
            <a:lvl5pPr marL="1873885" indent="0">
              <a:buNone/>
              <a:defRPr sz="1645">
                <a:solidFill>
                  <a:schemeClr val="tx1">
                    <a:tint val="75000"/>
                  </a:schemeClr>
                </a:solidFill>
              </a:defRPr>
            </a:lvl5pPr>
            <a:lvl6pPr marL="2345055" indent="0">
              <a:buNone/>
              <a:defRPr sz="1645">
                <a:solidFill>
                  <a:schemeClr val="tx1">
                    <a:tint val="75000"/>
                  </a:schemeClr>
                </a:solidFill>
              </a:defRPr>
            </a:lvl6pPr>
            <a:lvl7pPr marL="2809875" indent="0">
              <a:buNone/>
              <a:defRPr sz="1645">
                <a:solidFill>
                  <a:schemeClr val="tx1">
                    <a:tint val="75000"/>
                  </a:schemeClr>
                </a:solidFill>
              </a:defRPr>
            </a:lvl7pPr>
            <a:lvl8pPr marL="3280410" indent="0">
              <a:buNone/>
              <a:defRPr sz="1645">
                <a:solidFill>
                  <a:schemeClr val="tx1">
                    <a:tint val="75000"/>
                  </a:schemeClr>
                </a:solidFill>
              </a:defRPr>
            </a:lvl8pPr>
            <a:lvl9pPr marL="3747135" indent="0">
              <a:buNone/>
              <a:defRPr sz="1645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18434" y="1872320"/>
            <a:ext cx="5059410" cy="4462637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026651" y="1872320"/>
            <a:ext cx="5059410" cy="4462637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19983" y="374462"/>
            <a:ext cx="10267625" cy="1359468"/>
          </a:xfrm>
        </p:spPr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19983" y="1724163"/>
            <a:ext cx="5036158" cy="844983"/>
          </a:xfrm>
        </p:spPr>
        <p:txBody>
          <a:bodyPr anchor="b"/>
          <a:lstStyle>
            <a:lvl1pPr marL="0" indent="0">
              <a:buNone/>
              <a:defRPr sz="2465" b="1"/>
            </a:lvl1pPr>
            <a:lvl2pPr marL="468630" indent="0">
              <a:buNone/>
              <a:defRPr sz="2060" b="1"/>
            </a:lvl2pPr>
            <a:lvl3pPr marL="937260" indent="0">
              <a:buNone/>
              <a:defRPr sz="1855" b="1"/>
            </a:lvl3pPr>
            <a:lvl4pPr marL="1405255" indent="0">
              <a:buNone/>
              <a:defRPr sz="1645" b="1"/>
            </a:lvl4pPr>
            <a:lvl5pPr marL="1873885" indent="0">
              <a:buNone/>
              <a:defRPr sz="1645" b="1"/>
            </a:lvl5pPr>
            <a:lvl6pPr marL="2345055" indent="0">
              <a:buNone/>
              <a:defRPr sz="1645" b="1"/>
            </a:lvl6pPr>
            <a:lvl7pPr marL="2809875" indent="0">
              <a:buNone/>
              <a:defRPr sz="1645" b="1"/>
            </a:lvl7pPr>
            <a:lvl8pPr marL="3280410" indent="0">
              <a:buNone/>
              <a:defRPr sz="1645" b="1"/>
            </a:lvl8pPr>
            <a:lvl9pPr marL="3747135" indent="0">
              <a:buNone/>
              <a:defRPr sz="1645" b="1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19983" y="2569146"/>
            <a:ext cx="5036158" cy="3778831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026651" y="1724163"/>
            <a:ext cx="5060958" cy="844983"/>
          </a:xfrm>
        </p:spPr>
        <p:txBody>
          <a:bodyPr anchor="b"/>
          <a:lstStyle>
            <a:lvl1pPr marL="0" indent="0">
              <a:buNone/>
              <a:defRPr sz="2465" b="1"/>
            </a:lvl1pPr>
            <a:lvl2pPr marL="468630" indent="0">
              <a:buNone/>
              <a:defRPr sz="2060" b="1"/>
            </a:lvl2pPr>
            <a:lvl3pPr marL="937260" indent="0">
              <a:buNone/>
              <a:defRPr sz="1855" b="1"/>
            </a:lvl3pPr>
            <a:lvl4pPr marL="1405255" indent="0">
              <a:buNone/>
              <a:defRPr sz="1645" b="1"/>
            </a:lvl4pPr>
            <a:lvl5pPr marL="1873885" indent="0">
              <a:buNone/>
              <a:defRPr sz="1645" b="1"/>
            </a:lvl5pPr>
            <a:lvl6pPr marL="2345055" indent="0">
              <a:buNone/>
              <a:defRPr sz="1645" b="1"/>
            </a:lvl6pPr>
            <a:lvl7pPr marL="2809875" indent="0">
              <a:buNone/>
              <a:defRPr sz="1645" b="1"/>
            </a:lvl7pPr>
            <a:lvl8pPr marL="3280410" indent="0">
              <a:buNone/>
              <a:defRPr sz="1645" b="1"/>
            </a:lvl8pPr>
            <a:lvl9pPr marL="3747135" indent="0">
              <a:buNone/>
              <a:defRPr sz="1645" b="1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026651" y="2569146"/>
            <a:ext cx="5060958" cy="3778831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19983" y="468896"/>
            <a:ext cx="3839505" cy="1641129"/>
          </a:xfrm>
        </p:spPr>
        <p:txBody>
          <a:bodyPr anchor="b"/>
          <a:lstStyle>
            <a:lvl1pPr>
              <a:defRPr sz="3285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060958" y="1012681"/>
            <a:ext cx="6026651" cy="4998281"/>
          </a:xfrm>
        </p:spPr>
        <p:txBody>
          <a:bodyPr/>
          <a:lstStyle>
            <a:lvl1pPr>
              <a:defRPr sz="3285"/>
            </a:lvl1pPr>
            <a:lvl2pPr>
              <a:defRPr sz="2895"/>
            </a:lvl2pPr>
            <a:lvl3pPr>
              <a:defRPr sz="2465"/>
            </a:lvl3pPr>
            <a:lvl4pPr>
              <a:defRPr sz="2060"/>
            </a:lvl4pPr>
            <a:lvl5pPr>
              <a:defRPr sz="2060"/>
            </a:lvl5pPr>
            <a:lvl6pPr>
              <a:defRPr sz="2060"/>
            </a:lvl6pPr>
            <a:lvl7pPr>
              <a:defRPr sz="2060"/>
            </a:lvl7pPr>
            <a:lvl8pPr>
              <a:defRPr sz="2060"/>
            </a:lvl8pPr>
            <a:lvl9pPr>
              <a:defRPr sz="2060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19983" y="2110025"/>
            <a:ext cx="3839505" cy="3909082"/>
          </a:xfrm>
        </p:spPr>
        <p:txBody>
          <a:bodyPr/>
          <a:lstStyle>
            <a:lvl1pPr marL="0" indent="0">
              <a:buNone/>
              <a:defRPr sz="1645"/>
            </a:lvl1pPr>
            <a:lvl2pPr marL="468630" indent="0">
              <a:buNone/>
              <a:defRPr sz="1450"/>
            </a:lvl2pPr>
            <a:lvl3pPr marL="937260" indent="0">
              <a:buNone/>
              <a:defRPr sz="1240"/>
            </a:lvl3pPr>
            <a:lvl4pPr marL="1405255" indent="0">
              <a:buNone/>
              <a:defRPr sz="1045"/>
            </a:lvl4pPr>
            <a:lvl5pPr marL="1873885" indent="0">
              <a:buNone/>
              <a:defRPr sz="1045"/>
            </a:lvl5pPr>
            <a:lvl6pPr marL="2345055" indent="0">
              <a:buNone/>
              <a:defRPr sz="1045"/>
            </a:lvl6pPr>
            <a:lvl7pPr marL="2809875" indent="0">
              <a:buNone/>
              <a:defRPr sz="1045"/>
            </a:lvl7pPr>
            <a:lvl8pPr marL="3280410" indent="0">
              <a:buNone/>
              <a:defRPr sz="1045"/>
            </a:lvl8pPr>
            <a:lvl9pPr marL="3747135" indent="0">
              <a:buNone/>
              <a:defRPr sz="1045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19983" y="468896"/>
            <a:ext cx="3839505" cy="1641129"/>
          </a:xfrm>
        </p:spPr>
        <p:txBody>
          <a:bodyPr anchor="b"/>
          <a:lstStyle>
            <a:lvl1pPr>
              <a:defRPr sz="3285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060958" y="1012681"/>
            <a:ext cx="6026651" cy="4998281"/>
          </a:xfrm>
        </p:spPr>
        <p:txBody>
          <a:bodyPr/>
          <a:lstStyle>
            <a:lvl1pPr marL="0" indent="0">
              <a:buNone/>
              <a:defRPr sz="3285"/>
            </a:lvl1pPr>
            <a:lvl2pPr marL="468630" indent="0">
              <a:buNone/>
              <a:defRPr sz="2895"/>
            </a:lvl2pPr>
            <a:lvl3pPr marL="937260" indent="0">
              <a:buNone/>
              <a:defRPr sz="2465"/>
            </a:lvl3pPr>
            <a:lvl4pPr marL="1405255" indent="0">
              <a:buNone/>
              <a:defRPr sz="2060"/>
            </a:lvl4pPr>
            <a:lvl5pPr marL="1873885" indent="0">
              <a:buNone/>
              <a:defRPr sz="2060"/>
            </a:lvl5pPr>
            <a:lvl6pPr marL="2345055" indent="0">
              <a:buNone/>
              <a:defRPr sz="2060"/>
            </a:lvl6pPr>
            <a:lvl7pPr marL="2809875" indent="0">
              <a:buNone/>
              <a:defRPr sz="2060"/>
            </a:lvl7pPr>
            <a:lvl8pPr marL="3280410" indent="0">
              <a:buNone/>
              <a:defRPr sz="2060"/>
            </a:lvl8pPr>
            <a:lvl9pPr marL="3747135" indent="0">
              <a:buNone/>
              <a:defRPr sz="206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19983" y="2110025"/>
            <a:ext cx="3839505" cy="3909082"/>
          </a:xfrm>
        </p:spPr>
        <p:txBody>
          <a:bodyPr/>
          <a:lstStyle>
            <a:lvl1pPr marL="0" indent="0">
              <a:buNone/>
              <a:defRPr sz="1645"/>
            </a:lvl1pPr>
            <a:lvl2pPr marL="468630" indent="0">
              <a:buNone/>
              <a:defRPr sz="1450"/>
            </a:lvl2pPr>
            <a:lvl3pPr marL="937260" indent="0">
              <a:buNone/>
              <a:defRPr sz="1240"/>
            </a:lvl3pPr>
            <a:lvl4pPr marL="1405255" indent="0">
              <a:buNone/>
              <a:defRPr sz="1045"/>
            </a:lvl4pPr>
            <a:lvl5pPr marL="1873885" indent="0">
              <a:buNone/>
              <a:defRPr sz="1045"/>
            </a:lvl5pPr>
            <a:lvl6pPr marL="2345055" indent="0">
              <a:buNone/>
              <a:defRPr sz="1045"/>
            </a:lvl6pPr>
            <a:lvl7pPr marL="2809875" indent="0">
              <a:buNone/>
              <a:defRPr sz="1045"/>
            </a:lvl7pPr>
            <a:lvl8pPr marL="3280410" indent="0">
              <a:buNone/>
              <a:defRPr sz="1045"/>
            </a:lvl8pPr>
            <a:lvl9pPr marL="3747135" indent="0">
              <a:buNone/>
              <a:defRPr sz="1045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519152" y="374462"/>
            <a:ext cx="2566906" cy="5960492"/>
          </a:xfrm>
        </p:spPr>
        <p:txBody>
          <a:bodyPr vert="eaVert"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18434" y="374462"/>
            <a:ext cx="7551912" cy="5960492"/>
          </a:xfrm>
        </p:spPr>
        <p:txBody>
          <a:bodyPr vert="eaVert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18434" y="374462"/>
            <a:ext cx="10267625" cy="135946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18434" y="1872320"/>
            <a:ext cx="10267625" cy="446263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18434" y="6518930"/>
            <a:ext cx="2678507" cy="37446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4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3943360" y="6518930"/>
            <a:ext cx="4017767" cy="37446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4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407551" y="6518930"/>
            <a:ext cx="2678507" cy="37446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4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37260" rtl="0" eaLnBrk="1" latinLnBrk="0" hangingPunct="1">
        <a:lnSpc>
          <a:spcPct val="90000"/>
        </a:lnSpc>
        <a:spcBef>
          <a:spcPct val="0"/>
        </a:spcBef>
        <a:buNone/>
        <a:defRPr sz="4515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35585" indent="-235585" algn="l" defTabSz="937260" rtl="0" eaLnBrk="1" latinLnBrk="0" hangingPunct="1">
        <a:lnSpc>
          <a:spcPct val="90000"/>
        </a:lnSpc>
        <a:spcBef>
          <a:spcPct val="203000"/>
        </a:spcBef>
        <a:buFont typeface="Arial" panose="020B0604020202020204" pitchFamily="34" charset="0"/>
        <a:buChar char="•"/>
        <a:defRPr sz="2895" kern="1200">
          <a:solidFill>
            <a:schemeClr val="tx1"/>
          </a:solidFill>
          <a:latin typeface="+mn-lt"/>
          <a:ea typeface="+mn-ea"/>
          <a:cs typeface="+mn-cs"/>
        </a:defRPr>
      </a:lvl1pPr>
      <a:lvl2pPr marL="704215" indent="-235585" algn="l" defTabSz="93726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65" kern="1200">
          <a:solidFill>
            <a:schemeClr val="tx1"/>
          </a:solidFill>
          <a:latin typeface="+mn-lt"/>
          <a:ea typeface="+mn-ea"/>
          <a:cs typeface="+mn-cs"/>
        </a:defRPr>
      </a:lvl2pPr>
      <a:lvl3pPr marL="1172845" indent="-235585" algn="l" defTabSz="93726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60" kern="1200">
          <a:solidFill>
            <a:schemeClr val="tx1"/>
          </a:solidFill>
          <a:latin typeface="+mn-lt"/>
          <a:ea typeface="+mn-ea"/>
          <a:cs typeface="+mn-cs"/>
        </a:defRPr>
      </a:lvl3pPr>
      <a:lvl4pPr marL="1641475" indent="-235585" algn="l" defTabSz="93726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55" kern="1200">
          <a:solidFill>
            <a:schemeClr val="tx1"/>
          </a:solidFill>
          <a:latin typeface="+mn-lt"/>
          <a:ea typeface="+mn-ea"/>
          <a:cs typeface="+mn-cs"/>
        </a:defRPr>
      </a:lvl4pPr>
      <a:lvl5pPr marL="2110105" indent="-235585" algn="l" defTabSz="93726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55" kern="1200">
          <a:solidFill>
            <a:schemeClr val="tx1"/>
          </a:solidFill>
          <a:latin typeface="+mn-lt"/>
          <a:ea typeface="+mn-ea"/>
          <a:cs typeface="+mn-cs"/>
        </a:defRPr>
      </a:lvl5pPr>
      <a:lvl6pPr marL="2574290" indent="-235585" algn="l" defTabSz="93726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55" kern="1200">
          <a:solidFill>
            <a:schemeClr val="tx1"/>
          </a:solidFill>
          <a:latin typeface="+mn-lt"/>
          <a:ea typeface="+mn-ea"/>
          <a:cs typeface="+mn-cs"/>
        </a:defRPr>
      </a:lvl6pPr>
      <a:lvl7pPr marL="3044825" indent="-235585" algn="l" defTabSz="93726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55" kern="1200">
          <a:solidFill>
            <a:schemeClr val="tx1"/>
          </a:solidFill>
          <a:latin typeface="+mn-lt"/>
          <a:ea typeface="+mn-ea"/>
          <a:cs typeface="+mn-cs"/>
        </a:defRPr>
      </a:lvl7pPr>
      <a:lvl8pPr marL="3515360" indent="-235585" algn="l" defTabSz="93726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55" kern="1200">
          <a:solidFill>
            <a:schemeClr val="tx1"/>
          </a:solidFill>
          <a:latin typeface="+mn-lt"/>
          <a:ea typeface="+mn-ea"/>
          <a:cs typeface="+mn-cs"/>
        </a:defRPr>
      </a:lvl8pPr>
      <a:lvl9pPr marL="3985895" indent="-235585" algn="l" defTabSz="93726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55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37260" rtl="0" eaLnBrk="1" latinLnBrk="0" hangingPunct="1">
        <a:defRPr sz="1855" kern="1200">
          <a:solidFill>
            <a:schemeClr val="tx1"/>
          </a:solidFill>
          <a:latin typeface="+mn-lt"/>
          <a:ea typeface="+mn-ea"/>
          <a:cs typeface="+mn-cs"/>
        </a:defRPr>
      </a:lvl1pPr>
      <a:lvl2pPr marL="468630" algn="l" defTabSz="937260" rtl="0" eaLnBrk="1" latinLnBrk="0" hangingPunct="1">
        <a:defRPr sz="1855" kern="1200">
          <a:solidFill>
            <a:schemeClr val="tx1"/>
          </a:solidFill>
          <a:latin typeface="+mn-lt"/>
          <a:ea typeface="+mn-ea"/>
          <a:cs typeface="+mn-cs"/>
        </a:defRPr>
      </a:lvl2pPr>
      <a:lvl3pPr marL="937260" algn="l" defTabSz="937260" rtl="0" eaLnBrk="1" latinLnBrk="0" hangingPunct="1">
        <a:defRPr sz="1855" kern="1200">
          <a:solidFill>
            <a:schemeClr val="tx1"/>
          </a:solidFill>
          <a:latin typeface="+mn-lt"/>
          <a:ea typeface="+mn-ea"/>
          <a:cs typeface="+mn-cs"/>
        </a:defRPr>
      </a:lvl3pPr>
      <a:lvl4pPr marL="1405255" algn="l" defTabSz="937260" rtl="0" eaLnBrk="1" latinLnBrk="0" hangingPunct="1">
        <a:defRPr sz="1855" kern="1200">
          <a:solidFill>
            <a:schemeClr val="tx1"/>
          </a:solidFill>
          <a:latin typeface="+mn-lt"/>
          <a:ea typeface="+mn-ea"/>
          <a:cs typeface="+mn-cs"/>
        </a:defRPr>
      </a:lvl4pPr>
      <a:lvl5pPr marL="1873885" algn="l" defTabSz="937260" rtl="0" eaLnBrk="1" latinLnBrk="0" hangingPunct="1">
        <a:defRPr sz="1855" kern="1200">
          <a:solidFill>
            <a:schemeClr val="tx1"/>
          </a:solidFill>
          <a:latin typeface="+mn-lt"/>
          <a:ea typeface="+mn-ea"/>
          <a:cs typeface="+mn-cs"/>
        </a:defRPr>
      </a:lvl5pPr>
      <a:lvl6pPr marL="2345055" algn="l" defTabSz="937260" rtl="0" eaLnBrk="1" latinLnBrk="0" hangingPunct="1">
        <a:defRPr sz="1855" kern="1200">
          <a:solidFill>
            <a:schemeClr val="tx1"/>
          </a:solidFill>
          <a:latin typeface="+mn-lt"/>
          <a:ea typeface="+mn-ea"/>
          <a:cs typeface="+mn-cs"/>
        </a:defRPr>
      </a:lvl6pPr>
      <a:lvl7pPr marL="2809875" algn="l" defTabSz="937260" rtl="0" eaLnBrk="1" latinLnBrk="0" hangingPunct="1">
        <a:defRPr sz="1855" kern="1200">
          <a:solidFill>
            <a:schemeClr val="tx1"/>
          </a:solidFill>
          <a:latin typeface="+mn-lt"/>
          <a:ea typeface="+mn-ea"/>
          <a:cs typeface="+mn-cs"/>
        </a:defRPr>
      </a:lvl7pPr>
      <a:lvl8pPr marL="3280410" algn="l" defTabSz="937260" rtl="0" eaLnBrk="1" latinLnBrk="0" hangingPunct="1">
        <a:defRPr sz="1855" kern="1200">
          <a:solidFill>
            <a:schemeClr val="tx1"/>
          </a:solidFill>
          <a:latin typeface="+mn-lt"/>
          <a:ea typeface="+mn-ea"/>
          <a:cs typeface="+mn-cs"/>
        </a:defRPr>
      </a:lvl8pPr>
      <a:lvl9pPr marL="3747135" algn="l" defTabSz="937260" rtl="0" eaLnBrk="1" latinLnBrk="0" hangingPunct="1">
        <a:defRPr sz="1855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1.xml"/><Relationship Id="rId8" Type="http://schemas.openxmlformats.org/officeDocument/2006/relationships/tags" Target="../tags/tag4.xml"/><Relationship Id="rId7" Type="http://schemas.openxmlformats.org/officeDocument/2006/relationships/tags" Target="../tags/tag3.xml"/><Relationship Id="rId6" Type="http://schemas.openxmlformats.org/officeDocument/2006/relationships/tags" Target="../tags/tag2.xml"/><Relationship Id="rId5" Type="http://schemas.openxmlformats.org/officeDocument/2006/relationships/tags" Target="../tags/tag1.xml"/><Relationship Id="rId4" Type="http://schemas.openxmlformats.org/officeDocument/2006/relationships/image" Target="../media/image4.emf"/><Relationship Id="rId3" Type="http://schemas.openxmlformats.org/officeDocument/2006/relationships/image" Target="../media/image3.emf"/><Relationship Id="rId2" Type="http://schemas.openxmlformats.org/officeDocument/2006/relationships/image" Target="../media/image2.emf"/><Relationship Id="rId1" Type="http://schemas.openxmlformats.org/officeDocument/2006/relationships/image" Target="../media/image1.emf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12" name="图片 11" descr="Fig. S9(D)"/>
          <p:cNvPicPr>
            <a:picLocks noChangeAspect="1"/>
          </p:cNvPicPr>
          <p:nvPr/>
        </p:nvPicPr>
        <p:blipFill>
          <a:blip r:embed="rId1"/>
          <a:srcRect l="8908" t="2095" r="14756" b="1906"/>
          <a:stretch>
            <a:fillRect/>
          </a:stretch>
        </p:blipFill>
        <p:spPr>
          <a:xfrm>
            <a:off x="5999055" y="3195675"/>
            <a:ext cx="5571870" cy="2700000"/>
          </a:xfrm>
          <a:prstGeom prst="rect">
            <a:avLst/>
          </a:prstGeom>
        </p:spPr>
      </p:pic>
      <p:pic>
        <p:nvPicPr>
          <p:cNvPr id="10" name="图片 9" descr="Fig. S9(C)"/>
          <p:cNvPicPr>
            <a:picLocks noChangeAspect="1"/>
          </p:cNvPicPr>
          <p:nvPr/>
        </p:nvPicPr>
        <p:blipFill>
          <a:blip r:embed="rId2"/>
          <a:srcRect l="8847" t="1792" r="13550" b="2987"/>
          <a:stretch>
            <a:fillRect/>
          </a:stretch>
        </p:blipFill>
        <p:spPr>
          <a:xfrm>
            <a:off x="197060" y="3168370"/>
            <a:ext cx="5692473" cy="2700000"/>
          </a:xfrm>
          <a:prstGeom prst="rect">
            <a:avLst/>
          </a:prstGeom>
        </p:spPr>
      </p:pic>
      <p:pic>
        <p:nvPicPr>
          <p:cNvPr id="6" name="图片 5" descr="Fig. S9(B)"/>
          <p:cNvPicPr>
            <a:picLocks noChangeAspect="1"/>
          </p:cNvPicPr>
          <p:nvPr/>
        </p:nvPicPr>
        <p:blipFill>
          <a:blip r:embed="rId3"/>
          <a:srcRect l="8496" t="2194" r="14228" b="1470"/>
          <a:stretch>
            <a:fillRect/>
          </a:stretch>
        </p:blipFill>
        <p:spPr>
          <a:xfrm>
            <a:off x="5973655" y="311505"/>
            <a:ext cx="5626293" cy="2700000"/>
          </a:xfrm>
          <a:prstGeom prst="rect">
            <a:avLst/>
          </a:prstGeom>
        </p:spPr>
      </p:pic>
      <p:pic>
        <p:nvPicPr>
          <p:cNvPr id="5" name="图片 4" descr="Fig. S9(A)"/>
          <p:cNvPicPr>
            <a:picLocks noChangeAspect="1"/>
          </p:cNvPicPr>
          <p:nvPr/>
        </p:nvPicPr>
        <p:blipFill>
          <a:blip r:embed="rId4"/>
          <a:srcRect l="8964" t="1931" r="13815" b="1783"/>
          <a:stretch>
            <a:fillRect/>
          </a:stretch>
        </p:blipFill>
        <p:spPr>
          <a:xfrm>
            <a:off x="205315" y="325475"/>
            <a:ext cx="5608287" cy="2700000"/>
          </a:xfrm>
          <a:prstGeom prst="rect">
            <a:avLst/>
          </a:prstGeom>
        </p:spPr>
      </p:pic>
      <p:sp>
        <p:nvSpPr>
          <p:cNvPr id="15" name="文本框 14"/>
          <p:cNvSpPr txBox="1"/>
          <p:nvPr/>
        </p:nvSpPr>
        <p:spPr>
          <a:xfrm>
            <a:off x="253365" y="6082665"/>
            <a:ext cx="11423015" cy="76835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l"/>
            <a:r>
              <a:rPr lang="en-US" altLang="zh-CN" sz="1100" b="1">
                <a:latin typeface="Times New Roman" panose="02020603050405020304" charset="0"/>
                <a:cs typeface="Times New Roman" panose="02020603050405020304" charset="0"/>
                <a:sym typeface="+mn-ea"/>
              </a:rPr>
              <a:t>Fig. S9. Randomization test results.</a:t>
            </a:r>
            <a:r>
              <a:rPr lang="en-US" altLang="zh-CN" sz="1100">
                <a:latin typeface="Times New Roman" panose="02020603050405020304" charset="0"/>
                <a:cs typeface="Times New Roman" panose="02020603050405020304" charset="0"/>
                <a:sym typeface="+mn-ea"/>
              </a:rPr>
              <a:t> (</a:t>
            </a:r>
            <a:r>
              <a:rPr lang="en-US" altLang="zh-CN" sz="1100" b="1">
                <a:latin typeface="Times New Roman" panose="02020603050405020304" charset="0"/>
                <a:cs typeface="Times New Roman" panose="02020603050405020304" charset="0"/>
                <a:sym typeface="+mn-ea"/>
              </a:rPr>
              <a:t>A</a:t>
            </a:r>
            <a:r>
              <a:rPr lang="en-US" altLang="zh-CN" sz="1100">
                <a:latin typeface="Times New Roman" panose="02020603050405020304" charset="0"/>
                <a:cs typeface="Times New Roman" panose="02020603050405020304" charset="0"/>
                <a:sym typeface="+mn-ea"/>
              </a:rPr>
              <a:t>) Random pairing of weight and height while preserving their marginal distributions for 11‑year‑old females.​ (</a:t>
            </a:r>
            <a:r>
              <a:rPr lang="en-US" altLang="zh-CN" sz="1100" b="1">
                <a:latin typeface="Times New Roman" panose="02020603050405020304" charset="0"/>
                <a:cs typeface="Times New Roman" panose="02020603050405020304" charset="0"/>
                <a:sym typeface="+mn-ea"/>
              </a:rPr>
              <a:t>B</a:t>
            </a:r>
            <a:r>
              <a:rPr lang="en-US" altLang="zh-CN" sz="1100">
                <a:latin typeface="Times New Roman" panose="02020603050405020304" charset="0"/>
                <a:cs typeface="Times New Roman" panose="02020603050405020304" charset="0"/>
                <a:sym typeface="+mn-ea"/>
              </a:rPr>
              <a:t>) Comparison of correlation coefficients (r(weight, weight</a:t>
            </a:r>
            <a:r>
              <a:rPr lang="en-US" altLang="en-US" sz="1100">
                <a:latin typeface="Times New Roman" panose="02020603050405020304" charset="0"/>
                <a:cs typeface="Times New Roman" panose="02020603050405020304" charset="0"/>
                <a:sym typeface="+mn-ea"/>
              </a:rPr>
              <a:t>×</a:t>
            </a:r>
            <a:r>
              <a:rPr lang="en-US" altLang="zh-CN" sz="1100">
                <a:latin typeface="Times New Roman" panose="02020603050405020304" charset="0"/>
                <a:cs typeface="Times New Roman" panose="02020603050405020304" charset="0"/>
                <a:sym typeface="+mn-ea"/>
              </a:rPr>
              <a:t>height)) between randomized data and raw data. We generated 1,000 randomized datasets; the solid line shows the mean correlation coefficient across randomizations, and the shaded region indicates the 5th to 95th percentile range. (</a:t>
            </a:r>
            <a:r>
              <a:rPr lang="en-US" altLang="zh-CN" sz="1100" b="1">
                <a:latin typeface="Times New Roman" panose="02020603050405020304" charset="0"/>
                <a:cs typeface="Times New Roman" panose="02020603050405020304" charset="0"/>
                <a:sym typeface="+mn-ea"/>
              </a:rPr>
              <a:t>C</a:t>
            </a:r>
            <a:r>
              <a:rPr lang="en-US" altLang="zh-CN" sz="1100">
                <a:latin typeface="Times New Roman" panose="02020603050405020304" charset="0"/>
                <a:cs typeface="Times New Roman" panose="02020603050405020304" charset="0"/>
                <a:sym typeface="+mn-ea"/>
              </a:rPr>
              <a:t>) Comparison of sWHI distributions between randomized data and raw data for </a:t>
            </a:r>
            <a:r>
              <a:rPr lang="en-US" altLang="zh-CN" sz="1100">
                <a:latin typeface="Times New Roman" panose="02020603050405020304" charset="0"/>
                <a:cs typeface="Times New Roman" panose="02020603050405020304" charset="0"/>
                <a:sym typeface="+mn-ea"/>
              </a:rPr>
              <a:t>11‑year‑old females. (</a:t>
            </a:r>
            <a:r>
              <a:rPr lang="en-US" altLang="zh-CN" sz="1100" b="1">
                <a:latin typeface="Times New Roman" panose="02020603050405020304" charset="0"/>
                <a:cs typeface="Times New Roman" panose="02020603050405020304" charset="0"/>
                <a:sym typeface="+mn-ea"/>
              </a:rPr>
              <a:t>D</a:t>
            </a:r>
            <a:r>
              <a:rPr lang="en-US" altLang="zh-CN" sz="1100">
                <a:latin typeface="Times New Roman" panose="02020603050405020304" charset="0"/>
                <a:cs typeface="Times New Roman" panose="02020603050405020304" charset="0"/>
                <a:sym typeface="+mn-ea"/>
              </a:rPr>
              <a:t>) Comparison of sWHI variance between randomized data and raw data. We generated 1,000 randomized datasets; the solid line shows the mean variance across randomizations, and the shaded region indicates the 5th to 95th percentile range.</a:t>
            </a:r>
            <a:endParaRPr lang="en-US" altLang="zh-CN" sz="1100">
              <a:latin typeface="Times New Roman" panose="02020603050405020304" charset="0"/>
              <a:cs typeface="Times New Roman" panose="02020603050405020304" charset="0"/>
              <a:sym typeface="+mn-ea"/>
            </a:endParaRPr>
          </a:p>
        </p:txBody>
      </p:sp>
      <p:sp>
        <p:nvSpPr>
          <p:cNvPr id="26" name="文本框 25"/>
          <p:cNvSpPr txBox="1"/>
          <p:nvPr>
            <p:custDataLst>
              <p:tags r:id="rId5"/>
            </p:custDataLst>
          </p:nvPr>
        </p:nvSpPr>
        <p:spPr>
          <a:xfrm>
            <a:off x="188491" y="116899"/>
            <a:ext cx="92448" cy="241133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en-US" altLang="zh-CN" sz="1200" b="1">
                <a:latin typeface="Times New Roman" panose="02020603050405020304" charset="0"/>
                <a:cs typeface="Times New Roman" panose="02020603050405020304" charset="0"/>
              </a:rPr>
              <a:t>A</a:t>
            </a:r>
            <a:endParaRPr lang="en-US" altLang="zh-CN" sz="1200" b="1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3" name="文本框 2"/>
          <p:cNvSpPr txBox="1"/>
          <p:nvPr>
            <p:custDataLst>
              <p:tags r:id="rId6"/>
            </p:custDataLst>
          </p:nvPr>
        </p:nvSpPr>
        <p:spPr>
          <a:xfrm>
            <a:off x="6015805" y="116899"/>
            <a:ext cx="92448" cy="241133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en-US" altLang="zh-CN" sz="1200" b="1">
                <a:latin typeface="Times New Roman" panose="02020603050405020304" charset="0"/>
                <a:cs typeface="Times New Roman" panose="02020603050405020304" charset="0"/>
              </a:rPr>
              <a:t>B</a:t>
            </a:r>
            <a:endParaRPr lang="en-US" altLang="zh-CN" sz="1200" b="1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7" name="文本框 6"/>
          <p:cNvSpPr txBox="1"/>
          <p:nvPr>
            <p:custDataLst>
              <p:tags r:id="rId7"/>
            </p:custDataLst>
          </p:nvPr>
        </p:nvSpPr>
        <p:spPr>
          <a:xfrm>
            <a:off x="188491" y="3114099"/>
            <a:ext cx="92448" cy="241133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en-US" altLang="zh-CN" sz="1200" b="1">
                <a:latin typeface="Times New Roman" panose="02020603050405020304" charset="0"/>
                <a:cs typeface="Times New Roman" panose="02020603050405020304" charset="0"/>
              </a:rPr>
              <a:t>C</a:t>
            </a:r>
            <a:endParaRPr lang="en-US" altLang="zh-CN" sz="1200" b="1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8" name="文本框 7"/>
          <p:cNvSpPr txBox="1"/>
          <p:nvPr>
            <p:custDataLst>
              <p:tags r:id="rId8"/>
            </p:custDataLst>
          </p:nvPr>
        </p:nvSpPr>
        <p:spPr>
          <a:xfrm>
            <a:off x="6015805" y="3114099"/>
            <a:ext cx="92448" cy="241133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en-US" altLang="zh-CN" sz="1200" b="1">
                <a:latin typeface="Times New Roman" panose="02020603050405020304" charset="0"/>
                <a:cs typeface="Times New Roman" panose="02020603050405020304" charset="0"/>
              </a:rPr>
              <a:t>D</a:t>
            </a:r>
            <a:endParaRPr lang="en-US" altLang="zh-CN" sz="1200" b="1">
              <a:latin typeface="Times New Roman" panose="02020603050405020304" charset="0"/>
              <a:cs typeface="Times New Roman" panose="02020603050405020304" charset="0"/>
            </a:endParaRPr>
          </a:p>
        </p:txBody>
      </p:sp>
    </p:spTree>
  </p:cSld>
  <p:clrMapOvr>
    <a:masterClrMapping/>
  </p:clrMapOvr>
</p:sld>
</file>

<file path=ppt/tags/tag1.xml><?xml version="1.0" encoding="utf-8"?>
<p:tagLst xmlns:p="http://schemas.openxmlformats.org/presentationml/2006/main">
  <p:tag name="KSO_WM_DIAGRAM_VIRTUALLY_FRAME" val="{&quot;height&quot;:228.56132558288633,&quot;left&quot;:11.333388903839998,&quot;top&quot;:6.83709360656682,&quot;width&quot;:907.8538120238943}"/>
</p:tagLst>
</file>

<file path=ppt/tags/tag2.xml><?xml version="1.0" encoding="utf-8"?>
<p:tagLst xmlns:p="http://schemas.openxmlformats.org/presentationml/2006/main">
  <p:tag name="KSO_WM_DIAGRAM_VIRTUALLY_FRAME" val="{&quot;height&quot;:228.56132558288633,&quot;left&quot;:11.333388903839998,&quot;top&quot;:6.83709360656682,&quot;width&quot;:907.8538120238943}"/>
</p:tagLst>
</file>

<file path=ppt/tags/tag3.xml><?xml version="1.0" encoding="utf-8"?>
<p:tagLst xmlns:p="http://schemas.openxmlformats.org/presentationml/2006/main">
  <p:tag name="KSO_WM_DIAGRAM_VIRTUALLY_FRAME" val="{&quot;height&quot;:228.56132558288633,&quot;left&quot;:11.333388903839998,&quot;top&quot;:6.83709360656682,&quot;width&quot;:907.8538120238943}"/>
</p:tagLst>
</file>

<file path=ppt/tags/tag4.xml><?xml version="1.0" encoding="utf-8"?>
<p:tagLst xmlns:p="http://schemas.openxmlformats.org/presentationml/2006/main">
  <p:tag name="KSO_WM_DIAGRAM_VIRTUALLY_FRAME" val="{&quot;height&quot;:228.56132558288633,&quot;left&quot;:11.333388903839998,&quot;top&quot;:6.83709360656682,&quot;width&quot;:907.8538120238943}"/>
</p:tagLst>
</file>

<file path=ppt/tags/tag5.xml><?xml version="1.0" encoding="utf-8"?>
<p:tagLst xmlns:p="http://schemas.openxmlformats.org/presentationml/2006/main">
  <p:tag name="commondata" val="eyJoZGlkIjoiMWU4NTYwNDRjODQ2YTFjZWMxNzg1ZTdjYzJmZWI4OGQifQ=="/>
</p:tagLst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780</Words>
  <Application>WPS 演示</Application>
  <PresentationFormat>宽屏</PresentationFormat>
  <Paragraphs>10</Paragraphs>
  <Slides>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9" baseType="lpstr">
      <vt:lpstr>Arial</vt:lpstr>
      <vt:lpstr>宋体</vt:lpstr>
      <vt:lpstr>Wingdings</vt:lpstr>
      <vt:lpstr>Times New Roman</vt:lpstr>
      <vt:lpstr>Calibri</vt:lpstr>
      <vt:lpstr>微软雅黑</vt:lpstr>
      <vt:lpstr>Arial Unicode MS</vt:lpstr>
      <vt:lpstr>WPS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taojin xu</dc:creator>
  <cp:lastModifiedBy>Taukim Xu-じょ　とうきん</cp:lastModifiedBy>
  <cp:revision>138</cp:revision>
  <dcterms:created xsi:type="dcterms:W3CDTF">2023-08-09T12:44:00Z</dcterms:created>
  <dcterms:modified xsi:type="dcterms:W3CDTF">2026-06-11T03:08:58Z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3B0086CAF875411CACBDA13AB9801EF4_13</vt:lpwstr>
  </property>
  <property fmtid="{D5CDD505-2E9C-101B-9397-08002B2CF9AE}" pid="3" name="KSOProductBuildVer">
    <vt:lpwstr>2052-12.1.0.26895</vt:lpwstr>
  </property>
</Properties>
</file>
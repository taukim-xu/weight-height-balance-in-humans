
<file path=[Content_Types].xml><?xml version="1.0" encoding="utf-8"?>
<Types xmlns="http://schemas.openxmlformats.org/package/2006/content-types">
  <Default Extension="jpeg" ContentType="image/jpeg"/>
  <Default Extension="JPG" ContentType="image/.jp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Lst>
  <p:sldSz cx="7739380" cy="2879725"/>
  <p:notesSz cx="6858000" cy="9144000"/>
  <p:custDataLst>
    <p:tags r:id="rId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7" Type="http://schemas.openxmlformats.org/officeDocument/2006/relationships/tags" Target="tags/tag1.xml"/><Relationship Id="rId6" Type="http://schemas.openxmlformats.org/officeDocument/2006/relationships/tableStyles" Target="tableStyles.xml"/><Relationship Id="rId5" Type="http://schemas.openxmlformats.org/officeDocument/2006/relationships/viewProps" Target="viewProps.xml"/><Relationship Id="rId4" Type="http://schemas.openxmlformats.org/officeDocument/2006/relationships/presProps" Target="presProps.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69669" y="472382"/>
            <a:ext cx="5818000" cy="1004896"/>
          </a:xfrm>
        </p:spPr>
        <p:txBody>
          <a:bodyPr anchor="b"/>
          <a:lstStyle>
            <a:lvl1pPr algn="ctr">
              <a:defRPr sz="2525"/>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969669" y="1516031"/>
            <a:ext cx="5818000" cy="696878"/>
          </a:xfrm>
        </p:spPr>
        <p:txBody>
          <a:bodyPr/>
          <a:lstStyle>
            <a:lvl1pPr marL="0" indent="0" algn="ctr">
              <a:buNone/>
              <a:defRPr sz="1010"/>
            </a:lvl1pPr>
            <a:lvl2pPr marL="191770" indent="0" algn="ctr">
              <a:buNone/>
              <a:defRPr sz="845"/>
            </a:lvl2pPr>
            <a:lvl3pPr marL="384175" indent="0" algn="ctr">
              <a:buNone/>
              <a:defRPr sz="765"/>
            </a:lvl3pPr>
            <a:lvl4pPr marL="577215" indent="0" algn="ctr">
              <a:buNone/>
              <a:defRPr sz="670"/>
            </a:lvl4pPr>
            <a:lvl5pPr marL="770255" indent="0" algn="ctr">
              <a:buNone/>
              <a:defRPr sz="670"/>
            </a:lvl5pPr>
            <a:lvl6pPr marL="962025" indent="0" algn="ctr">
              <a:buNone/>
              <a:defRPr sz="670"/>
            </a:lvl6pPr>
            <a:lvl7pPr marL="1153160" indent="0" algn="ctr">
              <a:buNone/>
              <a:defRPr sz="670"/>
            </a:lvl7pPr>
            <a:lvl8pPr marL="1346835" indent="0" algn="ctr">
              <a:buNone/>
              <a:defRPr sz="670"/>
            </a:lvl8pPr>
            <a:lvl9pPr marL="1537335" indent="0" algn="ctr">
              <a:buNone/>
              <a:defRPr sz="67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529275" y="719596"/>
            <a:ext cx="6690702" cy="1200663"/>
          </a:xfrm>
        </p:spPr>
        <p:txBody>
          <a:bodyPr anchor="b"/>
          <a:lstStyle>
            <a:lvl1pPr>
              <a:defRPr sz="2525"/>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529275" y="1931618"/>
            <a:ext cx="6690702" cy="631399"/>
          </a:xfrm>
        </p:spPr>
        <p:txBody>
          <a:bodyPr/>
          <a:lstStyle>
            <a:lvl1pPr marL="0" indent="0">
              <a:buNone/>
              <a:defRPr sz="1010">
                <a:solidFill>
                  <a:schemeClr val="tx1">
                    <a:tint val="75000"/>
                  </a:schemeClr>
                </a:solidFill>
              </a:defRPr>
            </a:lvl1pPr>
            <a:lvl2pPr marL="191770" indent="0">
              <a:buNone/>
              <a:defRPr sz="845">
                <a:solidFill>
                  <a:schemeClr val="tx1">
                    <a:tint val="75000"/>
                  </a:schemeClr>
                </a:solidFill>
              </a:defRPr>
            </a:lvl2pPr>
            <a:lvl3pPr marL="384175" indent="0">
              <a:buNone/>
              <a:defRPr sz="765">
                <a:solidFill>
                  <a:schemeClr val="tx1">
                    <a:tint val="75000"/>
                  </a:schemeClr>
                </a:solidFill>
              </a:defRPr>
            </a:lvl3pPr>
            <a:lvl4pPr marL="577215" indent="0">
              <a:buNone/>
              <a:defRPr sz="670">
                <a:solidFill>
                  <a:schemeClr val="tx1">
                    <a:tint val="75000"/>
                  </a:schemeClr>
                </a:solidFill>
              </a:defRPr>
            </a:lvl4pPr>
            <a:lvl5pPr marL="770255" indent="0">
              <a:buNone/>
              <a:defRPr sz="670">
                <a:solidFill>
                  <a:schemeClr val="tx1">
                    <a:tint val="75000"/>
                  </a:schemeClr>
                </a:solidFill>
              </a:defRPr>
            </a:lvl5pPr>
            <a:lvl6pPr marL="962025" indent="0">
              <a:buNone/>
              <a:defRPr sz="670">
                <a:solidFill>
                  <a:schemeClr val="tx1">
                    <a:tint val="75000"/>
                  </a:schemeClr>
                </a:solidFill>
              </a:defRPr>
            </a:lvl6pPr>
            <a:lvl7pPr marL="1153160" indent="0">
              <a:buNone/>
              <a:defRPr sz="670">
                <a:solidFill>
                  <a:schemeClr val="tx1">
                    <a:tint val="75000"/>
                  </a:schemeClr>
                </a:solidFill>
              </a:defRPr>
            </a:lvl7pPr>
            <a:lvl8pPr marL="1346835" indent="0">
              <a:buNone/>
              <a:defRPr sz="670">
                <a:solidFill>
                  <a:schemeClr val="tx1">
                    <a:tint val="75000"/>
                  </a:schemeClr>
                </a:solidFill>
              </a:defRPr>
            </a:lvl8pPr>
            <a:lvl9pPr marL="1537335" indent="0">
              <a:buNone/>
              <a:defRPr sz="67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533316" y="768371"/>
            <a:ext cx="3296868" cy="1831396"/>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3927152" y="768371"/>
            <a:ext cx="3296868" cy="1831396"/>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534327" y="153673"/>
            <a:ext cx="6690702" cy="557904"/>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534327" y="707570"/>
            <a:ext cx="3281716" cy="346768"/>
          </a:xfrm>
        </p:spPr>
        <p:txBody>
          <a:bodyPr anchor="b"/>
          <a:lstStyle>
            <a:lvl1pPr marL="0" indent="0">
              <a:buNone/>
              <a:defRPr sz="1010" b="1"/>
            </a:lvl1pPr>
            <a:lvl2pPr marL="191770" indent="0">
              <a:buNone/>
              <a:defRPr sz="845" b="1"/>
            </a:lvl2pPr>
            <a:lvl3pPr marL="384175" indent="0">
              <a:buNone/>
              <a:defRPr sz="765" b="1"/>
            </a:lvl3pPr>
            <a:lvl4pPr marL="577215" indent="0">
              <a:buNone/>
              <a:defRPr sz="670" b="1"/>
            </a:lvl4pPr>
            <a:lvl5pPr marL="770255" indent="0">
              <a:buNone/>
              <a:defRPr sz="670" b="1"/>
            </a:lvl5pPr>
            <a:lvl6pPr marL="962025" indent="0">
              <a:buNone/>
              <a:defRPr sz="670" b="1"/>
            </a:lvl6pPr>
            <a:lvl7pPr marL="1153160" indent="0">
              <a:buNone/>
              <a:defRPr sz="670" b="1"/>
            </a:lvl7pPr>
            <a:lvl8pPr marL="1346835" indent="0">
              <a:buNone/>
              <a:defRPr sz="670" b="1"/>
            </a:lvl8pPr>
            <a:lvl9pPr marL="1537335" indent="0">
              <a:buNone/>
              <a:defRPr sz="67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534327" y="1054339"/>
            <a:ext cx="3281716" cy="155077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3927152" y="707570"/>
            <a:ext cx="3297876" cy="346768"/>
          </a:xfrm>
        </p:spPr>
        <p:txBody>
          <a:bodyPr anchor="b"/>
          <a:lstStyle>
            <a:lvl1pPr marL="0" indent="0">
              <a:buNone/>
              <a:defRPr sz="1010" b="1"/>
            </a:lvl1pPr>
            <a:lvl2pPr marL="191770" indent="0">
              <a:buNone/>
              <a:defRPr sz="845" b="1"/>
            </a:lvl2pPr>
            <a:lvl3pPr marL="384175" indent="0">
              <a:buNone/>
              <a:defRPr sz="765" b="1"/>
            </a:lvl3pPr>
            <a:lvl4pPr marL="577215" indent="0">
              <a:buNone/>
              <a:defRPr sz="670" b="1"/>
            </a:lvl4pPr>
            <a:lvl5pPr marL="770255" indent="0">
              <a:buNone/>
              <a:defRPr sz="670" b="1"/>
            </a:lvl5pPr>
            <a:lvl6pPr marL="962025" indent="0">
              <a:buNone/>
              <a:defRPr sz="670" b="1"/>
            </a:lvl6pPr>
            <a:lvl7pPr marL="1153160" indent="0">
              <a:buNone/>
              <a:defRPr sz="670" b="1"/>
            </a:lvl7pPr>
            <a:lvl8pPr marL="1346835" indent="0">
              <a:buNone/>
              <a:defRPr sz="670" b="1"/>
            </a:lvl8pPr>
            <a:lvl9pPr marL="1537335" indent="0">
              <a:buNone/>
              <a:defRPr sz="67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3927152" y="1054339"/>
            <a:ext cx="3297876" cy="155077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534327" y="192428"/>
            <a:ext cx="2501940" cy="673494"/>
          </a:xfrm>
        </p:spPr>
        <p:txBody>
          <a:bodyPr anchor="b"/>
          <a:lstStyle>
            <a:lvl1pPr>
              <a:defRPr sz="135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297876" y="415588"/>
            <a:ext cx="3927152" cy="2051217"/>
          </a:xfrm>
        </p:spPr>
        <p:txBody>
          <a:bodyPr/>
          <a:lstStyle>
            <a:lvl1pPr>
              <a:defRPr sz="1350"/>
            </a:lvl1pPr>
            <a:lvl2pPr>
              <a:defRPr sz="1185"/>
            </a:lvl2pPr>
            <a:lvl3pPr>
              <a:defRPr sz="1010"/>
            </a:lvl3pPr>
            <a:lvl4pPr>
              <a:defRPr sz="845"/>
            </a:lvl4pPr>
            <a:lvl5pPr>
              <a:defRPr sz="845"/>
            </a:lvl5pPr>
            <a:lvl6pPr>
              <a:defRPr sz="845"/>
            </a:lvl6pPr>
            <a:lvl7pPr>
              <a:defRPr sz="845"/>
            </a:lvl7pPr>
            <a:lvl8pPr>
              <a:defRPr sz="845"/>
            </a:lvl8pPr>
            <a:lvl9pPr>
              <a:defRPr sz="845"/>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534327" y="865921"/>
            <a:ext cx="2501940" cy="1604227"/>
          </a:xfrm>
        </p:spPr>
        <p:txBody>
          <a:bodyPr/>
          <a:lstStyle>
            <a:lvl1pPr marL="0" indent="0">
              <a:buNone/>
              <a:defRPr sz="670"/>
            </a:lvl1pPr>
            <a:lvl2pPr marL="191770" indent="0">
              <a:buNone/>
              <a:defRPr sz="590"/>
            </a:lvl2pPr>
            <a:lvl3pPr marL="384175" indent="0">
              <a:buNone/>
              <a:defRPr sz="500"/>
            </a:lvl3pPr>
            <a:lvl4pPr marL="577215" indent="0">
              <a:buNone/>
              <a:defRPr sz="420"/>
            </a:lvl4pPr>
            <a:lvl5pPr marL="770255" indent="0">
              <a:buNone/>
              <a:defRPr sz="420"/>
            </a:lvl5pPr>
            <a:lvl6pPr marL="962025" indent="0">
              <a:buNone/>
              <a:defRPr sz="420"/>
            </a:lvl6pPr>
            <a:lvl7pPr marL="1153160" indent="0">
              <a:buNone/>
              <a:defRPr sz="420"/>
            </a:lvl7pPr>
            <a:lvl8pPr marL="1346835" indent="0">
              <a:buNone/>
              <a:defRPr sz="420"/>
            </a:lvl8pPr>
            <a:lvl9pPr marL="1537335" indent="0">
              <a:buNone/>
              <a:defRPr sz="42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534327" y="192428"/>
            <a:ext cx="2501940" cy="673494"/>
          </a:xfrm>
        </p:spPr>
        <p:txBody>
          <a:bodyPr anchor="b"/>
          <a:lstStyle>
            <a:lvl1pPr>
              <a:defRPr sz="135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297876" y="415588"/>
            <a:ext cx="3927152" cy="2051217"/>
          </a:xfrm>
        </p:spPr>
        <p:txBody>
          <a:bodyPr/>
          <a:lstStyle>
            <a:lvl1pPr marL="0" indent="0">
              <a:buNone/>
              <a:defRPr sz="1350"/>
            </a:lvl1pPr>
            <a:lvl2pPr marL="191770" indent="0">
              <a:buNone/>
              <a:defRPr sz="1185"/>
            </a:lvl2pPr>
            <a:lvl3pPr marL="384175" indent="0">
              <a:buNone/>
              <a:defRPr sz="1010"/>
            </a:lvl3pPr>
            <a:lvl4pPr marL="577215" indent="0">
              <a:buNone/>
              <a:defRPr sz="845"/>
            </a:lvl4pPr>
            <a:lvl5pPr marL="770255" indent="0">
              <a:buNone/>
              <a:defRPr sz="845"/>
            </a:lvl5pPr>
            <a:lvl6pPr marL="962025" indent="0">
              <a:buNone/>
              <a:defRPr sz="845"/>
            </a:lvl6pPr>
            <a:lvl7pPr marL="1153160" indent="0">
              <a:buNone/>
              <a:defRPr sz="845"/>
            </a:lvl7pPr>
            <a:lvl8pPr marL="1346835" indent="0">
              <a:buNone/>
              <a:defRPr sz="845"/>
            </a:lvl8pPr>
            <a:lvl9pPr marL="1537335" indent="0">
              <a:buNone/>
              <a:defRPr sz="845"/>
            </a:lvl9pPr>
          </a:lstStyle>
          <a:p>
            <a:endParaRPr lang="zh-CN" altLang="en-US"/>
          </a:p>
        </p:txBody>
      </p:sp>
      <p:sp>
        <p:nvSpPr>
          <p:cNvPr id="4" name="文本占位符 3"/>
          <p:cNvSpPr>
            <a:spLocks noGrp="1"/>
          </p:cNvSpPr>
          <p:nvPr>
            <p:ph type="body" sz="half" idx="2"/>
          </p:nvPr>
        </p:nvSpPr>
        <p:spPr>
          <a:xfrm>
            <a:off x="534327" y="865921"/>
            <a:ext cx="2501940" cy="1604227"/>
          </a:xfrm>
        </p:spPr>
        <p:txBody>
          <a:bodyPr/>
          <a:lstStyle>
            <a:lvl1pPr marL="0" indent="0">
              <a:buNone/>
              <a:defRPr sz="670"/>
            </a:lvl1pPr>
            <a:lvl2pPr marL="191770" indent="0">
              <a:buNone/>
              <a:defRPr sz="590"/>
            </a:lvl2pPr>
            <a:lvl3pPr marL="384175" indent="0">
              <a:buNone/>
              <a:defRPr sz="500"/>
            </a:lvl3pPr>
            <a:lvl4pPr marL="577215" indent="0">
              <a:buNone/>
              <a:defRPr sz="420"/>
            </a:lvl4pPr>
            <a:lvl5pPr marL="770255" indent="0">
              <a:buNone/>
              <a:defRPr sz="420"/>
            </a:lvl5pPr>
            <a:lvl6pPr marL="962025" indent="0">
              <a:buNone/>
              <a:defRPr sz="420"/>
            </a:lvl6pPr>
            <a:lvl7pPr marL="1153160" indent="0">
              <a:buNone/>
              <a:defRPr sz="420"/>
            </a:lvl7pPr>
            <a:lvl8pPr marL="1346835" indent="0">
              <a:buNone/>
              <a:defRPr sz="420"/>
            </a:lvl8pPr>
            <a:lvl9pPr marL="1537335" indent="0">
              <a:buNone/>
              <a:defRPr sz="42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5551343" y="153673"/>
            <a:ext cx="1672675" cy="2446093"/>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533316" y="153673"/>
            <a:ext cx="4921061" cy="2446093"/>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533316" y="153673"/>
            <a:ext cx="6690702" cy="557904"/>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533316" y="768371"/>
            <a:ext cx="6690702" cy="1831396"/>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533316" y="2675268"/>
            <a:ext cx="1745397" cy="153673"/>
          </a:xfrm>
          <a:prstGeom prst="rect">
            <a:avLst/>
          </a:prstGeom>
        </p:spPr>
        <p:txBody>
          <a:bodyPr vert="horz" lIns="91440" tIns="45720" rIns="91440" bIns="45720" rtlCol="0" anchor="ctr"/>
          <a:lstStyle>
            <a:lvl1pPr algn="l">
              <a:defRPr sz="5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2569616" y="2675268"/>
            <a:ext cx="2618100" cy="153673"/>
          </a:xfrm>
          <a:prstGeom prst="rect">
            <a:avLst/>
          </a:prstGeom>
        </p:spPr>
        <p:txBody>
          <a:bodyPr vert="horz" lIns="91440" tIns="45720" rIns="91440" bIns="45720" rtlCol="0" anchor="ctr"/>
          <a:lstStyle>
            <a:lvl1pPr algn="ctr">
              <a:defRPr sz="5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5478619" y="2675268"/>
            <a:ext cx="1745397" cy="153673"/>
          </a:xfrm>
          <a:prstGeom prst="rect">
            <a:avLst/>
          </a:prstGeom>
        </p:spPr>
        <p:txBody>
          <a:bodyPr vert="horz" lIns="91440" tIns="45720" rIns="91440" bIns="45720" rtlCol="0" anchor="ctr"/>
          <a:lstStyle>
            <a:lvl1pPr algn="r">
              <a:defRPr sz="5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384175" rtl="0" eaLnBrk="1" latinLnBrk="0" hangingPunct="1">
        <a:lnSpc>
          <a:spcPct val="90000"/>
        </a:lnSpc>
        <a:spcBef>
          <a:spcPct val="0"/>
        </a:spcBef>
        <a:buNone/>
        <a:defRPr sz="1850" kern="1200">
          <a:solidFill>
            <a:schemeClr val="tx1"/>
          </a:solidFill>
          <a:latin typeface="+mj-lt"/>
          <a:ea typeface="+mj-ea"/>
          <a:cs typeface="+mj-cs"/>
        </a:defRPr>
      </a:lvl1pPr>
    </p:titleStyle>
    <p:bodyStyle>
      <a:lvl1pPr marL="97155" indent="-97155" algn="l" defTabSz="384175" rtl="0" eaLnBrk="1" latinLnBrk="0" hangingPunct="1">
        <a:lnSpc>
          <a:spcPct val="90000"/>
        </a:lnSpc>
        <a:spcBef>
          <a:spcPct val="83000"/>
        </a:spcBef>
        <a:buFont typeface="Arial" panose="020B0604020202020204" pitchFamily="34" charset="0"/>
        <a:buChar char="•"/>
        <a:defRPr sz="1185" kern="1200">
          <a:solidFill>
            <a:schemeClr val="tx1"/>
          </a:solidFill>
          <a:latin typeface="+mn-lt"/>
          <a:ea typeface="+mn-ea"/>
          <a:cs typeface="+mn-cs"/>
        </a:defRPr>
      </a:lvl1pPr>
      <a:lvl2pPr marL="288925" indent="-97155" algn="l" defTabSz="384175" rtl="0" eaLnBrk="1" latinLnBrk="0" hangingPunct="1">
        <a:lnSpc>
          <a:spcPct val="90000"/>
        </a:lnSpc>
        <a:spcBef>
          <a:spcPct val="41000"/>
        </a:spcBef>
        <a:buFont typeface="Arial" panose="020B0604020202020204" pitchFamily="34" charset="0"/>
        <a:buChar char="•"/>
        <a:defRPr sz="1010" kern="1200">
          <a:solidFill>
            <a:schemeClr val="tx1"/>
          </a:solidFill>
          <a:latin typeface="+mn-lt"/>
          <a:ea typeface="+mn-ea"/>
          <a:cs typeface="+mn-cs"/>
        </a:defRPr>
      </a:lvl2pPr>
      <a:lvl3pPr marL="481330" indent="-97155" algn="l" defTabSz="384175" rtl="0" eaLnBrk="1" latinLnBrk="0" hangingPunct="1">
        <a:lnSpc>
          <a:spcPct val="90000"/>
        </a:lnSpc>
        <a:spcBef>
          <a:spcPct val="41000"/>
        </a:spcBef>
        <a:buFont typeface="Arial" panose="020B0604020202020204" pitchFamily="34" charset="0"/>
        <a:buChar char="•"/>
        <a:defRPr sz="845" kern="1200">
          <a:solidFill>
            <a:schemeClr val="tx1"/>
          </a:solidFill>
          <a:latin typeface="+mn-lt"/>
          <a:ea typeface="+mn-ea"/>
          <a:cs typeface="+mn-cs"/>
        </a:defRPr>
      </a:lvl3pPr>
      <a:lvl4pPr marL="674370" indent="-97155" algn="l" defTabSz="384175" rtl="0" eaLnBrk="1" latinLnBrk="0" hangingPunct="1">
        <a:lnSpc>
          <a:spcPct val="90000"/>
        </a:lnSpc>
        <a:spcBef>
          <a:spcPct val="41000"/>
        </a:spcBef>
        <a:buFont typeface="Arial" panose="020B0604020202020204" pitchFamily="34" charset="0"/>
        <a:buChar char="•"/>
        <a:defRPr sz="765" kern="1200">
          <a:solidFill>
            <a:schemeClr val="tx1"/>
          </a:solidFill>
          <a:latin typeface="+mn-lt"/>
          <a:ea typeface="+mn-ea"/>
          <a:cs typeface="+mn-cs"/>
        </a:defRPr>
      </a:lvl4pPr>
      <a:lvl5pPr marL="866140" indent="-97155" algn="l" defTabSz="384175" rtl="0" eaLnBrk="1" latinLnBrk="0" hangingPunct="1">
        <a:lnSpc>
          <a:spcPct val="90000"/>
        </a:lnSpc>
        <a:spcBef>
          <a:spcPct val="41000"/>
        </a:spcBef>
        <a:buFont typeface="Arial" panose="020B0604020202020204" pitchFamily="34" charset="0"/>
        <a:buChar char="•"/>
        <a:defRPr sz="765" kern="1200">
          <a:solidFill>
            <a:schemeClr val="tx1"/>
          </a:solidFill>
          <a:latin typeface="+mn-lt"/>
          <a:ea typeface="+mn-ea"/>
          <a:cs typeface="+mn-cs"/>
        </a:defRPr>
      </a:lvl5pPr>
      <a:lvl6pPr marL="1056005" indent="-97155" algn="l" defTabSz="384175" rtl="0" eaLnBrk="1" latinLnBrk="0" hangingPunct="1">
        <a:lnSpc>
          <a:spcPct val="90000"/>
        </a:lnSpc>
        <a:spcBef>
          <a:spcPct val="41000"/>
        </a:spcBef>
        <a:buFont typeface="Arial" panose="020B0604020202020204" pitchFamily="34" charset="0"/>
        <a:buChar char="•"/>
        <a:defRPr sz="765" kern="1200">
          <a:solidFill>
            <a:schemeClr val="tx1"/>
          </a:solidFill>
          <a:latin typeface="+mn-lt"/>
          <a:ea typeface="+mn-ea"/>
          <a:cs typeface="+mn-cs"/>
        </a:defRPr>
      </a:lvl6pPr>
      <a:lvl7pPr marL="1249680" indent="-97155" algn="l" defTabSz="384175" rtl="0" eaLnBrk="1" latinLnBrk="0" hangingPunct="1">
        <a:lnSpc>
          <a:spcPct val="90000"/>
        </a:lnSpc>
        <a:spcBef>
          <a:spcPct val="41000"/>
        </a:spcBef>
        <a:buFont typeface="Arial" panose="020B0604020202020204" pitchFamily="34" charset="0"/>
        <a:buChar char="•"/>
        <a:defRPr sz="765" kern="1200">
          <a:solidFill>
            <a:schemeClr val="tx1"/>
          </a:solidFill>
          <a:latin typeface="+mn-lt"/>
          <a:ea typeface="+mn-ea"/>
          <a:cs typeface="+mn-cs"/>
        </a:defRPr>
      </a:lvl7pPr>
      <a:lvl8pPr marL="1442085" indent="-97155" algn="l" defTabSz="384175" rtl="0" eaLnBrk="1" latinLnBrk="0" hangingPunct="1">
        <a:lnSpc>
          <a:spcPct val="90000"/>
        </a:lnSpc>
        <a:spcBef>
          <a:spcPct val="41000"/>
        </a:spcBef>
        <a:buFont typeface="Arial" panose="020B0604020202020204" pitchFamily="34" charset="0"/>
        <a:buChar char="•"/>
        <a:defRPr sz="765" kern="1200">
          <a:solidFill>
            <a:schemeClr val="tx1"/>
          </a:solidFill>
          <a:latin typeface="+mn-lt"/>
          <a:ea typeface="+mn-ea"/>
          <a:cs typeface="+mn-cs"/>
        </a:defRPr>
      </a:lvl8pPr>
      <a:lvl9pPr marL="1636395" indent="-97155" algn="l" defTabSz="384175" rtl="0" eaLnBrk="1" latinLnBrk="0" hangingPunct="1">
        <a:lnSpc>
          <a:spcPct val="90000"/>
        </a:lnSpc>
        <a:spcBef>
          <a:spcPct val="41000"/>
        </a:spcBef>
        <a:buFont typeface="Arial" panose="020B0604020202020204" pitchFamily="34" charset="0"/>
        <a:buChar char="•"/>
        <a:defRPr sz="765" kern="1200">
          <a:solidFill>
            <a:schemeClr val="tx1"/>
          </a:solidFill>
          <a:latin typeface="+mn-lt"/>
          <a:ea typeface="+mn-ea"/>
          <a:cs typeface="+mn-cs"/>
        </a:defRPr>
      </a:lvl9pPr>
    </p:bodyStyle>
    <p:otherStyle>
      <a:defPPr>
        <a:defRPr lang="zh-CN"/>
      </a:defPPr>
      <a:lvl1pPr marL="0" algn="l" defTabSz="384175" rtl="0" eaLnBrk="1" latinLnBrk="0" hangingPunct="1">
        <a:defRPr sz="765" kern="1200">
          <a:solidFill>
            <a:schemeClr val="tx1"/>
          </a:solidFill>
          <a:latin typeface="+mn-lt"/>
          <a:ea typeface="+mn-ea"/>
          <a:cs typeface="+mn-cs"/>
        </a:defRPr>
      </a:lvl1pPr>
      <a:lvl2pPr marL="191770" algn="l" defTabSz="384175" rtl="0" eaLnBrk="1" latinLnBrk="0" hangingPunct="1">
        <a:defRPr sz="765" kern="1200">
          <a:solidFill>
            <a:schemeClr val="tx1"/>
          </a:solidFill>
          <a:latin typeface="+mn-lt"/>
          <a:ea typeface="+mn-ea"/>
          <a:cs typeface="+mn-cs"/>
        </a:defRPr>
      </a:lvl2pPr>
      <a:lvl3pPr marL="384175" algn="l" defTabSz="384175" rtl="0" eaLnBrk="1" latinLnBrk="0" hangingPunct="1">
        <a:defRPr sz="765" kern="1200">
          <a:solidFill>
            <a:schemeClr val="tx1"/>
          </a:solidFill>
          <a:latin typeface="+mn-lt"/>
          <a:ea typeface="+mn-ea"/>
          <a:cs typeface="+mn-cs"/>
        </a:defRPr>
      </a:lvl3pPr>
      <a:lvl4pPr marL="577215" algn="l" defTabSz="384175" rtl="0" eaLnBrk="1" latinLnBrk="0" hangingPunct="1">
        <a:defRPr sz="765" kern="1200">
          <a:solidFill>
            <a:schemeClr val="tx1"/>
          </a:solidFill>
          <a:latin typeface="+mn-lt"/>
          <a:ea typeface="+mn-ea"/>
          <a:cs typeface="+mn-cs"/>
        </a:defRPr>
      </a:lvl4pPr>
      <a:lvl5pPr marL="770255" algn="l" defTabSz="384175" rtl="0" eaLnBrk="1" latinLnBrk="0" hangingPunct="1">
        <a:defRPr sz="765" kern="1200">
          <a:solidFill>
            <a:schemeClr val="tx1"/>
          </a:solidFill>
          <a:latin typeface="+mn-lt"/>
          <a:ea typeface="+mn-ea"/>
          <a:cs typeface="+mn-cs"/>
        </a:defRPr>
      </a:lvl5pPr>
      <a:lvl6pPr marL="962025" algn="l" defTabSz="384175" rtl="0" eaLnBrk="1" latinLnBrk="0" hangingPunct="1">
        <a:defRPr sz="765" kern="1200">
          <a:solidFill>
            <a:schemeClr val="tx1"/>
          </a:solidFill>
          <a:latin typeface="+mn-lt"/>
          <a:ea typeface="+mn-ea"/>
          <a:cs typeface="+mn-cs"/>
        </a:defRPr>
      </a:lvl6pPr>
      <a:lvl7pPr marL="1153160" algn="l" defTabSz="384175" rtl="0" eaLnBrk="1" latinLnBrk="0" hangingPunct="1">
        <a:defRPr sz="765" kern="1200">
          <a:solidFill>
            <a:schemeClr val="tx1"/>
          </a:solidFill>
          <a:latin typeface="+mn-lt"/>
          <a:ea typeface="+mn-ea"/>
          <a:cs typeface="+mn-cs"/>
        </a:defRPr>
      </a:lvl7pPr>
      <a:lvl8pPr marL="1346835" algn="l" defTabSz="384175" rtl="0" eaLnBrk="1" latinLnBrk="0" hangingPunct="1">
        <a:defRPr sz="765" kern="1200">
          <a:solidFill>
            <a:schemeClr val="tx1"/>
          </a:solidFill>
          <a:latin typeface="+mn-lt"/>
          <a:ea typeface="+mn-ea"/>
          <a:cs typeface="+mn-cs"/>
        </a:defRPr>
      </a:lvl8pPr>
      <a:lvl9pPr marL="1537335" algn="l" defTabSz="384175" rtl="0" eaLnBrk="1" latinLnBrk="0" hangingPunct="1">
        <a:defRPr sz="76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descr="Figure 4(a)"/>
          <p:cNvPicPr>
            <a:picLocks noChangeAspect="1"/>
          </p:cNvPicPr>
          <p:nvPr/>
        </p:nvPicPr>
        <p:blipFill>
          <a:blip r:embed="rId1"/>
          <a:srcRect l="20790" t="11575" r="7493" b="3023"/>
          <a:stretch>
            <a:fillRect/>
          </a:stretch>
        </p:blipFill>
        <p:spPr>
          <a:xfrm>
            <a:off x="81176" y="137831"/>
            <a:ext cx="7556968" cy="1900446"/>
          </a:xfrm>
          <a:prstGeom prst="rect">
            <a:avLst/>
          </a:prstGeom>
        </p:spPr>
      </p:pic>
      <p:sp>
        <p:nvSpPr>
          <p:cNvPr id="15" name="文本框 14"/>
          <p:cNvSpPr txBox="1"/>
          <p:nvPr/>
        </p:nvSpPr>
        <p:spPr>
          <a:xfrm>
            <a:off x="85732" y="2075374"/>
            <a:ext cx="7553930" cy="786130"/>
          </a:xfrm>
          <a:prstGeom prst="rect">
            <a:avLst/>
          </a:prstGeom>
          <a:noFill/>
        </p:spPr>
        <p:txBody>
          <a:bodyPr wrap="square" rtlCol="0">
            <a:spAutoFit/>
          </a:bodyPr>
          <a:p>
            <a:pPr algn="l"/>
            <a:r>
              <a:rPr lang="en-US" altLang="zh-CN" sz="1125" b="1">
                <a:latin typeface="Times New Roman" panose="02020603050405020304" charset="0"/>
                <a:cs typeface="Times New Roman" panose="02020603050405020304" charset="0"/>
                <a:sym typeface="+mn-ea"/>
              </a:rPr>
              <a:t>Fig. S7. </a:t>
            </a:r>
            <a:r>
              <a:rPr lang="en-US" altLang="zh-CN" sz="1125">
                <a:latin typeface="Times New Roman" panose="02020603050405020304" charset="0"/>
                <a:cs typeface="Times New Roman" panose="02020603050405020304" charset="0"/>
                <a:sym typeface="+mn-ea"/>
              </a:rPr>
              <a:t>Scatter plots of weight versus height data for selected ages (2, 5, 10, 15, 20, 40, 60, and 80 years), overlaid with the fitted hyperbolic constraint curves (solid lines). The theoretical lower weight limit (the horizontal solid line) and upper height limit (the vertical solid line) derived from the model are shown for each age group. The top panels show the data for females, and the bottom panels show the data for males.</a:t>
            </a:r>
            <a:endParaRPr lang="en-US" altLang="zh-CN" sz="1125">
              <a:latin typeface="Times New Roman" panose="02020603050405020304" charset="0"/>
              <a:cs typeface="Times New Roman" panose="02020603050405020304" charset="0"/>
              <a:sym typeface="+mn-ea"/>
            </a:endParaRPr>
          </a:p>
        </p:txBody>
      </p:sp>
    </p:spTree>
  </p:cSld>
  <p:clrMapOvr>
    <a:masterClrMapping/>
  </p:clrMapOvr>
</p:sld>
</file>

<file path=ppt/tags/tag1.xml><?xml version="1.0" encoding="utf-8"?>
<p:tagLst xmlns:p="http://schemas.openxmlformats.org/presentationml/2006/main">
  <p:tag name="commondata" val="eyJoZGlkIjoiMWU4NTYwNDRjODQ2YTFjZWMxNzg1ZTdjYzJmZWI4OGQifQ=="/>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434</Words>
  <Application>WPS 演示</Application>
  <PresentationFormat>宽屏</PresentationFormat>
  <Paragraphs>2</Paragraphs>
  <Slides>1</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vt:i4>
      </vt:variant>
    </vt:vector>
  </HeadingPairs>
  <TitlesOfParts>
    <vt:vector size="9" baseType="lpstr">
      <vt:lpstr>Arial</vt:lpstr>
      <vt:lpstr>宋体</vt:lpstr>
      <vt:lpstr>Wingdings</vt:lpstr>
      <vt:lpstr>Times New Roman</vt:lpstr>
      <vt:lpstr>微软雅黑</vt:lpstr>
      <vt:lpstr>Arial Unicode MS</vt:lpstr>
      <vt:lpstr>Calibri</vt:lpstr>
      <vt:lpstr>WPS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taojin xu</dc:creator>
  <cp:lastModifiedBy>Taukim Xu-じょ　とうきん</cp:lastModifiedBy>
  <cp:revision>136</cp:revision>
  <dcterms:created xsi:type="dcterms:W3CDTF">2023-08-09T12:44:00Z</dcterms:created>
  <dcterms:modified xsi:type="dcterms:W3CDTF">2026-06-02T07:21:13Z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3B0086CAF875411CACBDA13AB9801EF4_13</vt:lpwstr>
  </property>
  <property fmtid="{D5CDD505-2E9C-101B-9397-08002B2CF9AE}" pid="3" name="KSOProductBuildVer">
    <vt:lpwstr>2052-12.1.0.26375</vt:lpwstr>
  </property>
</Properties>
</file>
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6119495" cy="12239625"/>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4.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67223" y="2008061"/>
            <a:ext cx="4603329" cy="4271731"/>
          </a:xfrm>
        </p:spPr>
        <p:txBody>
          <a:bodyPr anchor="b"/>
          <a:lstStyle>
            <a:lvl1pPr algn="ctr">
              <a:defRPr sz="403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767223" y="6444534"/>
            <a:ext cx="4603329" cy="2962377"/>
          </a:xfrm>
        </p:spPr>
        <p:txBody>
          <a:bodyPr/>
          <a:lstStyle>
            <a:lvl1pPr marL="0" indent="0" algn="ctr">
              <a:buNone/>
              <a:defRPr sz="1615"/>
            </a:lvl1pPr>
            <a:lvl2pPr marL="306705" indent="0" algn="ctr">
              <a:buNone/>
              <a:defRPr sz="1350"/>
            </a:lvl2pPr>
            <a:lvl3pPr marL="612775" indent="0" algn="ctr">
              <a:buNone/>
              <a:defRPr sz="1210"/>
            </a:lvl3pPr>
            <a:lvl4pPr marL="918845" indent="0" algn="ctr">
              <a:buNone/>
              <a:defRPr sz="1075"/>
            </a:lvl4pPr>
            <a:lvl5pPr marL="1224915" indent="0" algn="ctr">
              <a:buNone/>
              <a:defRPr sz="1075"/>
            </a:lvl5pPr>
            <a:lvl6pPr marL="1534160" indent="0" algn="ctr">
              <a:buNone/>
              <a:defRPr sz="1075"/>
            </a:lvl6pPr>
            <a:lvl7pPr marL="1837690" indent="0" algn="ctr">
              <a:buNone/>
              <a:defRPr sz="1075"/>
            </a:lvl7pPr>
            <a:lvl8pPr marL="2145665" indent="0" algn="ctr">
              <a:buNone/>
              <a:defRPr sz="1075"/>
            </a:lvl8pPr>
            <a:lvl9pPr marL="2449830" indent="0" algn="ctr">
              <a:buNone/>
              <a:defRPr sz="1075"/>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418774" y="3058954"/>
            <a:ext cx="5293828" cy="5103929"/>
          </a:xfrm>
        </p:spPr>
        <p:txBody>
          <a:bodyPr anchor="b"/>
          <a:lstStyle>
            <a:lvl1pPr>
              <a:defRPr sz="403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18774" y="8211167"/>
            <a:ext cx="5293828" cy="2684032"/>
          </a:xfrm>
        </p:spPr>
        <p:txBody>
          <a:bodyPr/>
          <a:lstStyle>
            <a:lvl1pPr marL="0" indent="0">
              <a:buNone/>
              <a:defRPr sz="1615">
                <a:solidFill>
                  <a:schemeClr val="tx1">
                    <a:tint val="75000"/>
                  </a:schemeClr>
                </a:solidFill>
              </a:defRPr>
            </a:lvl1pPr>
            <a:lvl2pPr marL="306705" indent="0">
              <a:buNone/>
              <a:defRPr sz="1350">
                <a:solidFill>
                  <a:schemeClr val="tx1">
                    <a:tint val="75000"/>
                  </a:schemeClr>
                </a:solidFill>
              </a:defRPr>
            </a:lvl2pPr>
            <a:lvl3pPr marL="612775" indent="0">
              <a:buNone/>
              <a:defRPr sz="1210">
                <a:solidFill>
                  <a:schemeClr val="tx1">
                    <a:tint val="75000"/>
                  </a:schemeClr>
                </a:solidFill>
              </a:defRPr>
            </a:lvl3pPr>
            <a:lvl4pPr marL="918845" indent="0">
              <a:buNone/>
              <a:defRPr sz="1075">
                <a:solidFill>
                  <a:schemeClr val="tx1">
                    <a:tint val="75000"/>
                  </a:schemeClr>
                </a:solidFill>
              </a:defRPr>
            </a:lvl4pPr>
            <a:lvl5pPr marL="1224915" indent="0">
              <a:buNone/>
              <a:defRPr sz="1075">
                <a:solidFill>
                  <a:schemeClr val="tx1">
                    <a:tint val="75000"/>
                  </a:schemeClr>
                </a:solidFill>
              </a:defRPr>
            </a:lvl5pPr>
            <a:lvl6pPr marL="1534160" indent="0">
              <a:buNone/>
              <a:defRPr sz="1075">
                <a:solidFill>
                  <a:schemeClr val="tx1">
                    <a:tint val="75000"/>
                  </a:schemeClr>
                </a:solidFill>
              </a:defRPr>
            </a:lvl6pPr>
            <a:lvl7pPr marL="1837690" indent="0">
              <a:buNone/>
              <a:defRPr sz="1075">
                <a:solidFill>
                  <a:schemeClr val="tx1">
                    <a:tint val="75000"/>
                  </a:schemeClr>
                </a:solidFill>
              </a:defRPr>
            </a:lvl7pPr>
            <a:lvl8pPr marL="2145665" indent="0">
              <a:buNone/>
              <a:defRPr sz="1075">
                <a:solidFill>
                  <a:schemeClr val="tx1">
                    <a:tint val="75000"/>
                  </a:schemeClr>
                </a:solidFill>
              </a:defRPr>
            </a:lvl8pPr>
            <a:lvl9pPr marL="2449830" indent="0">
              <a:buNone/>
              <a:defRPr sz="1075">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1971" y="3266288"/>
            <a:ext cx="2608553" cy="778512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107246" y="3266288"/>
            <a:ext cx="2608553" cy="778512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22770" y="653255"/>
            <a:ext cx="5293828" cy="2371611"/>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2770" y="3007824"/>
            <a:ext cx="2596564" cy="1474086"/>
          </a:xfrm>
        </p:spPr>
        <p:txBody>
          <a:bodyPr anchor="b"/>
          <a:lstStyle>
            <a:lvl1pPr marL="0" indent="0">
              <a:buNone/>
              <a:defRPr sz="1615" b="1"/>
            </a:lvl1pPr>
            <a:lvl2pPr marL="306705" indent="0">
              <a:buNone/>
              <a:defRPr sz="1350" b="1"/>
            </a:lvl2pPr>
            <a:lvl3pPr marL="612775" indent="0">
              <a:buNone/>
              <a:defRPr sz="1210" b="1"/>
            </a:lvl3pPr>
            <a:lvl4pPr marL="918845" indent="0">
              <a:buNone/>
              <a:defRPr sz="1075" b="1"/>
            </a:lvl4pPr>
            <a:lvl5pPr marL="1224915" indent="0">
              <a:buNone/>
              <a:defRPr sz="1075" b="1"/>
            </a:lvl5pPr>
            <a:lvl6pPr marL="1534160" indent="0">
              <a:buNone/>
              <a:defRPr sz="1075" b="1"/>
            </a:lvl6pPr>
            <a:lvl7pPr marL="1837690" indent="0">
              <a:buNone/>
              <a:defRPr sz="1075" b="1"/>
            </a:lvl7pPr>
            <a:lvl8pPr marL="2145665" indent="0">
              <a:buNone/>
              <a:defRPr sz="1075" b="1"/>
            </a:lvl8pPr>
            <a:lvl9pPr marL="2449830" indent="0">
              <a:buNone/>
              <a:defRPr sz="1075"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2770" y="4481908"/>
            <a:ext cx="2596564" cy="659222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3107246" y="3007824"/>
            <a:ext cx="2609350" cy="1474086"/>
          </a:xfrm>
        </p:spPr>
        <p:txBody>
          <a:bodyPr anchor="b"/>
          <a:lstStyle>
            <a:lvl1pPr marL="0" indent="0">
              <a:buNone/>
              <a:defRPr sz="1615" b="1"/>
            </a:lvl1pPr>
            <a:lvl2pPr marL="306705" indent="0">
              <a:buNone/>
              <a:defRPr sz="1350" b="1"/>
            </a:lvl2pPr>
            <a:lvl3pPr marL="612775" indent="0">
              <a:buNone/>
              <a:defRPr sz="1210" b="1"/>
            </a:lvl3pPr>
            <a:lvl4pPr marL="918845" indent="0">
              <a:buNone/>
              <a:defRPr sz="1075" b="1"/>
            </a:lvl4pPr>
            <a:lvl5pPr marL="1224915" indent="0">
              <a:buNone/>
              <a:defRPr sz="1075" b="1"/>
            </a:lvl5pPr>
            <a:lvl6pPr marL="1534160" indent="0">
              <a:buNone/>
              <a:defRPr sz="1075" b="1"/>
            </a:lvl6pPr>
            <a:lvl7pPr marL="1837690" indent="0">
              <a:buNone/>
              <a:defRPr sz="1075" b="1"/>
            </a:lvl7pPr>
            <a:lvl8pPr marL="2145665" indent="0">
              <a:buNone/>
              <a:defRPr sz="1075" b="1"/>
            </a:lvl8pPr>
            <a:lvl9pPr marL="2449830" indent="0">
              <a:buNone/>
              <a:defRPr sz="1075"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3107246" y="4481908"/>
            <a:ext cx="2609350" cy="659222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22770" y="817995"/>
            <a:ext cx="1979589" cy="2862973"/>
          </a:xfrm>
        </p:spPr>
        <p:txBody>
          <a:bodyPr anchor="b"/>
          <a:lstStyle>
            <a:lvl1pPr>
              <a:defRPr sz="215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2609350" y="1766635"/>
            <a:ext cx="3107246" cy="8719569"/>
          </a:xfrm>
        </p:spPr>
        <p:txBody>
          <a:bodyPr/>
          <a:lstStyle>
            <a:lvl1pPr>
              <a:defRPr sz="2150"/>
            </a:lvl1pPr>
            <a:lvl2pPr>
              <a:defRPr sz="1895"/>
            </a:lvl2pPr>
            <a:lvl3pPr>
              <a:defRPr sz="1615"/>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22770" y="3680966"/>
            <a:ext cx="1979589" cy="6819445"/>
          </a:xfrm>
        </p:spPr>
        <p:txBody>
          <a:bodyPr/>
          <a:lstStyle>
            <a:lvl1pPr marL="0" indent="0">
              <a:buNone/>
              <a:defRPr sz="1075"/>
            </a:lvl1pPr>
            <a:lvl2pPr marL="306705" indent="0">
              <a:buNone/>
              <a:defRPr sz="945"/>
            </a:lvl2pPr>
            <a:lvl3pPr marL="612775" indent="0">
              <a:buNone/>
              <a:defRPr sz="810"/>
            </a:lvl3pPr>
            <a:lvl4pPr marL="918845" indent="0">
              <a:buNone/>
              <a:defRPr sz="680"/>
            </a:lvl4pPr>
            <a:lvl5pPr marL="1224915" indent="0">
              <a:buNone/>
              <a:defRPr sz="680"/>
            </a:lvl5pPr>
            <a:lvl6pPr marL="1534160" indent="0">
              <a:buNone/>
              <a:defRPr sz="680"/>
            </a:lvl6pPr>
            <a:lvl7pPr marL="1837690" indent="0">
              <a:buNone/>
              <a:defRPr sz="680"/>
            </a:lvl7pPr>
            <a:lvl8pPr marL="2145665" indent="0">
              <a:buNone/>
              <a:defRPr sz="680"/>
            </a:lvl8pPr>
            <a:lvl9pPr marL="2449830" indent="0">
              <a:buNone/>
              <a:defRPr sz="68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422770" y="817995"/>
            <a:ext cx="1979589" cy="2862973"/>
          </a:xfrm>
        </p:spPr>
        <p:txBody>
          <a:bodyPr anchor="b"/>
          <a:lstStyle>
            <a:lvl1pPr>
              <a:defRPr sz="215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609350" y="1766635"/>
            <a:ext cx="3107246" cy="8719569"/>
          </a:xfrm>
        </p:spPr>
        <p:txBody>
          <a:bodyPr/>
          <a:lstStyle>
            <a:lvl1pPr marL="0" indent="0">
              <a:buNone/>
              <a:defRPr sz="2150"/>
            </a:lvl1pPr>
            <a:lvl2pPr marL="306705" indent="0">
              <a:buNone/>
              <a:defRPr sz="1895"/>
            </a:lvl2pPr>
            <a:lvl3pPr marL="612775" indent="0">
              <a:buNone/>
              <a:defRPr sz="1615"/>
            </a:lvl3pPr>
            <a:lvl4pPr marL="918845" indent="0">
              <a:buNone/>
              <a:defRPr sz="1350"/>
            </a:lvl4pPr>
            <a:lvl5pPr marL="1224915" indent="0">
              <a:buNone/>
              <a:defRPr sz="1350"/>
            </a:lvl5pPr>
            <a:lvl6pPr marL="1534160" indent="0">
              <a:buNone/>
              <a:defRPr sz="1350"/>
            </a:lvl6pPr>
            <a:lvl7pPr marL="1837690" indent="0">
              <a:buNone/>
              <a:defRPr sz="1350"/>
            </a:lvl7pPr>
            <a:lvl8pPr marL="2145665" indent="0">
              <a:buNone/>
              <a:defRPr sz="1350"/>
            </a:lvl8pPr>
            <a:lvl9pPr marL="2449830" indent="0">
              <a:buNone/>
              <a:defRPr sz="1350"/>
            </a:lvl9pPr>
          </a:lstStyle>
          <a:p>
            <a:endParaRPr lang="zh-CN" altLang="en-US"/>
          </a:p>
        </p:txBody>
      </p:sp>
      <p:sp>
        <p:nvSpPr>
          <p:cNvPr id="4" name="文本占位符 3"/>
          <p:cNvSpPr>
            <a:spLocks noGrp="1"/>
          </p:cNvSpPr>
          <p:nvPr>
            <p:ph type="body" sz="half" idx="2"/>
          </p:nvPr>
        </p:nvSpPr>
        <p:spPr>
          <a:xfrm>
            <a:off x="422770" y="3680966"/>
            <a:ext cx="1979589" cy="6819445"/>
          </a:xfrm>
        </p:spPr>
        <p:txBody>
          <a:bodyPr/>
          <a:lstStyle>
            <a:lvl1pPr marL="0" indent="0">
              <a:buNone/>
              <a:defRPr sz="1075"/>
            </a:lvl1pPr>
            <a:lvl2pPr marL="306705" indent="0">
              <a:buNone/>
              <a:defRPr sz="945"/>
            </a:lvl2pPr>
            <a:lvl3pPr marL="612775" indent="0">
              <a:buNone/>
              <a:defRPr sz="810"/>
            </a:lvl3pPr>
            <a:lvl4pPr marL="918845" indent="0">
              <a:buNone/>
              <a:defRPr sz="680"/>
            </a:lvl4pPr>
            <a:lvl5pPr marL="1224915" indent="0">
              <a:buNone/>
              <a:defRPr sz="680"/>
            </a:lvl5pPr>
            <a:lvl6pPr marL="1534160" indent="0">
              <a:buNone/>
              <a:defRPr sz="680"/>
            </a:lvl6pPr>
            <a:lvl7pPr marL="1837690" indent="0">
              <a:buNone/>
              <a:defRPr sz="680"/>
            </a:lvl7pPr>
            <a:lvl8pPr marL="2145665" indent="0">
              <a:buNone/>
              <a:defRPr sz="680"/>
            </a:lvl8pPr>
            <a:lvl9pPr marL="2449830" indent="0">
              <a:buNone/>
              <a:defRPr sz="68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392342" y="653255"/>
            <a:ext cx="1323456" cy="1039815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21971" y="653255"/>
            <a:ext cx="3893648" cy="1039815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21971" y="653255"/>
            <a:ext cx="5293828" cy="2371611"/>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1971" y="3266288"/>
            <a:ext cx="5293828" cy="778512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21971" y="11372360"/>
            <a:ext cx="1380996" cy="653255"/>
          </a:xfrm>
          <a:prstGeom prst="rect">
            <a:avLst/>
          </a:prstGeom>
        </p:spPr>
        <p:txBody>
          <a:bodyPr vert="horz" lIns="91440" tIns="45720" rIns="91440" bIns="45720" rtlCol="0" anchor="ctr"/>
          <a:lstStyle>
            <a:lvl1pPr algn="l">
              <a:defRPr sz="81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2033135" y="11372360"/>
            <a:ext cx="2071499" cy="653255"/>
          </a:xfrm>
          <a:prstGeom prst="rect">
            <a:avLst/>
          </a:prstGeom>
        </p:spPr>
        <p:txBody>
          <a:bodyPr vert="horz" lIns="91440" tIns="45720" rIns="91440" bIns="45720" rtlCol="0" anchor="ctr"/>
          <a:lstStyle>
            <a:lvl1pPr algn="ctr">
              <a:defRPr sz="81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4334803" y="11372360"/>
            <a:ext cx="1380996" cy="653255"/>
          </a:xfrm>
          <a:prstGeom prst="rect">
            <a:avLst/>
          </a:prstGeom>
        </p:spPr>
        <p:txBody>
          <a:bodyPr vert="horz" lIns="91440" tIns="45720" rIns="91440" bIns="45720" rtlCol="0" anchor="ctr"/>
          <a:lstStyle>
            <a:lvl1pPr algn="r">
              <a:defRPr sz="81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12775" rtl="0" eaLnBrk="1" latinLnBrk="0" hangingPunct="1">
        <a:lnSpc>
          <a:spcPct val="90000"/>
        </a:lnSpc>
        <a:spcBef>
          <a:spcPct val="0"/>
        </a:spcBef>
        <a:buNone/>
        <a:defRPr sz="2950" kern="1200">
          <a:solidFill>
            <a:schemeClr val="tx1"/>
          </a:solidFill>
          <a:latin typeface="+mj-lt"/>
          <a:ea typeface="+mj-ea"/>
          <a:cs typeface="+mj-cs"/>
        </a:defRPr>
      </a:lvl1pPr>
    </p:titleStyle>
    <p:bodyStyle>
      <a:lvl1pPr marL="153670" indent="-153670" algn="l" defTabSz="612775" rtl="0" eaLnBrk="1" latinLnBrk="0" hangingPunct="1">
        <a:lnSpc>
          <a:spcPct val="90000"/>
        </a:lnSpc>
        <a:spcBef>
          <a:spcPct val="133000"/>
        </a:spcBef>
        <a:buFont typeface="Arial" panose="020B0604020202020204" pitchFamily="34" charset="0"/>
        <a:buChar char="•"/>
        <a:defRPr sz="1895" kern="1200">
          <a:solidFill>
            <a:schemeClr val="tx1"/>
          </a:solidFill>
          <a:latin typeface="+mn-lt"/>
          <a:ea typeface="+mn-ea"/>
          <a:cs typeface="+mn-cs"/>
        </a:defRPr>
      </a:lvl1pPr>
      <a:lvl2pPr marL="460375" indent="-153670" algn="l" defTabSz="612775" rtl="0" eaLnBrk="1" latinLnBrk="0" hangingPunct="1">
        <a:lnSpc>
          <a:spcPct val="90000"/>
        </a:lnSpc>
        <a:spcBef>
          <a:spcPts val="325"/>
        </a:spcBef>
        <a:buFont typeface="Arial" panose="020B0604020202020204" pitchFamily="34" charset="0"/>
        <a:buChar char="•"/>
        <a:defRPr sz="1615" kern="1200">
          <a:solidFill>
            <a:schemeClr val="tx1"/>
          </a:solidFill>
          <a:latin typeface="+mn-lt"/>
          <a:ea typeface="+mn-ea"/>
          <a:cs typeface="+mn-cs"/>
        </a:defRPr>
      </a:lvl2pPr>
      <a:lvl3pPr marL="766445" indent="-153670" algn="l" defTabSz="612775" rtl="0" eaLnBrk="1" latinLnBrk="0" hangingPunct="1">
        <a:lnSpc>
          <a:spcPct val="90000"/>
        </a:lnSpc>
        <a:spcBef>
          <a:spcPts val="325"/>
        </a:spcBef>
        <a:buFont typeface="Arial" panose="020B0604020202020204" pitchFamily="34" charset="0"/>
        <a:buChar char="•"/>
        <a:defRPr sz="1350" kern="1200">
          <a:solidFill>
            <a:schemeClr val="tx1"/>
          </a:solidFill>
          <a:latin typeface="+mn-lt"/>
          <a:ea typeface="+mn-ea"/>
          <a:cs typeface="+mn-cs"/>
        </a:defRPr>
      </a:lvl3pPr>
      <a:lvl4pPr marL="1073150"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4pPr>
      <a:lvl5pPr marL="1379855"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5pPr>
      <a:lvl6pPr marL="1684020"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6pPr>
      <a:lvl7pPr marL="1991360"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7pPr>
      <a:lvl8pPr marL="2299335"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8pPr>
      <a:lvl9pPr marL="2606675"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9pPr>
    </p:bodyStyle>
    <p:otherStyle>
      <a:defPPr>
        <a:defRPr lang="zh-CN"/>
      </a:defPPr>
      <a:lvl1pPr marL="0" algn="l" defTabSz="612775" rtl="0" eaLnBrk="1" latinLnBrk="0" hangingPunct="1">
        <a:defRPr sz="1210" kern="1200">
          <a:solidFill>
            <a:schemeClr val="tx1"/>
          </a:solidFill>
          <a:latin typeface="+mn-lt"/>
          <a:ea typeface="+mn-ea"/>
          <a:cs typeface="+mn-cs"/>
        </a:defRPr>
      </a:lvl1pPr>
      <a:lvl2pPr marL="306705" algn="l" defTabSz="612775" rtl="0" eaLnBrk="1" latinLnBrk="0" hangingPunct="1">
        <a:defRPr sz="1210" kern="1200">
          <a:solidFill>
            <a:schemeClr val="tx1"/>
          </a:solidFill>
          <a:latin typeface="+mn-lt"/>
          <a:ea typeface="+mn-ea"/>
          <a:cs typeface="+mn-cs"/>
        </a:defRPr>
      </a:lvl2pPr>
      <a:lvl3pPr marL="612775" algn="l" defTabSz="612775" rtl="0" eaLnBrk="1" latinLnBrk="0" hangingPunct="1">
        <a:defRPr sz="1210" kern="1200">
          <a:solidFill>
            <a:schemeClr val="tx1"/>
          </a:solidFill>
          <a:latin typeface="+mn-lt"/>
          <a:ea typeface="+mn-ea"/>
          <a:cs typeface="+mn-cs"/>
        </a:defRPr>
      </a:lvl3pPr>
      <a:lvl4pPr marL="918845" algn="l" defTabSz="612775" rtl="0" eaLnBrk="1" latinLnBrk="0" hangingPunct="1">
        <a:defRPr sz="1210" kern="1200">
          <a:solidFill>
            <a:schemeClr val="tx1"/>
          </a:solidFill>
          <a:latin typeface="+mn-lt"/>
          <a:ea typeface="+mn-ea"/>
          <a:cs typeface="+mn-cs"/>
        </a:defRPr>
      </a:lvl4pPr>
      <a:lvl5pPr marL="1224915" algn="l" defTabSz="612775" rtl="0" eaLnBrk="1" latinLnBrk="0" hangingPunct="1">
        <a:defRPr sz="1210" kern="1200">
          <a:solidFill>
            <a:schemeClr val="tx1"/>
          </a:solidFill>
          <a:latin typeface="+mn-lt"/>
          <a:ea typeface="+mn-ea"/>
          <a:cs typeface="+mn-cs"/>
        </a:defRPr>
      </a:lvl5pPr>
      <a:lvl6pPr marL="1534160" algn="l" defTabSz="612775" rtl="0" eaLnBrk="1" latinLnBrk="0" hangingPunct="1">
        <a:defRPr sz="1210" kern="1200">
          <a:solidFill>
            <a:schemeClr val="tx1"/>
          </a:solidFill>
          <a:latin typeface="+mn-lt"/>
          <a:ea typeface="+mn-ea"/>
          <a:cs typeface="+mn-cs"/>
        </a:defRPr>
      </a:lvl6pPr>
      <a:lvl7pPr marL="1837690" algn="l" defTabSz="612775" rtl="0" eaLnBrk="1" latinLnBrk="0" hangingPunct="1">
        <a:defRPr sz="1210" kern="1200">
          <a:solidFill>
            <a:schemeClr val="tx1"/>
          </a:solidFill>
          <a:latin typeface="+mn-lt"/>
          <a:ea typeface="+mn-ea"/>
          <a:cs typeface="+mn-cs"/>
        </a:defRPr>
      </a:lvl7pPr>
      <a:lvl8pPr marL="2145665" algn="l" defTabSz="612775" rtl="0" eaLnBrk="1" latinLnBrk="0" hangingPunct="1">
        <a:defRPr sz="1210" kern="1200">
          <a:solidFill>
            <a:schemeClr val="tx1"/>
          </a:solidFill>
          <a:latin typeface="+mn-lt"/>
          <a:ea typeface="+mn-ea"/>
          <a:cs typeface="+mn-cs"/>
        </a:defRPr>
      </a:lvl8pPr>
      <a:lvl9pPr marL="2449830" algn="l" defTabSz="612775" rtl="0" eaLnBrk="1" latinLnBrk="0" hangingPunct="1">
        <a:defRPr sz="12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emf"/><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Fig. S10(B)"/>
          <p:cNvPicPr>
            <a:picLocks noChangeAspect="1"/>
          </p:cNvPicPr>
          <p:nvPr/>
        </p:nvPicPr>
        <p:blipFill>
          <a:blip r:embed="rId1"/>
          <a:srcRect l="8685" t="3338" r="14258" b="645"/>
          <a:stretch>
            <a:fillRect/>
          </a:stretch>
        </p:blipFill>
        <p:spPr>
          <a:xfrm>
            <a:off x="220597" y="3012627"/>
            <a:ext cx="5760000" cy="2655061"/>
          </a:xfrm>
          <a:prstGeom prst="rect">
            <a:avLst/>
          </a:prstGeom>
        </p:spPr>
      </p:pic>
      <p:pic>
        <p:nvPicPr>
          <p:cNvPr id="2" name="图片 1" descr="Fig. S10(A)"/>
          <p:cNvPicPr>
            <a:picLocks noChangeAspect="1"/>
          </p:cNvPicPr>
          <p:nvPr/>
        </p:nvPicPr>
        <p:blipFill>
          <a:blip r:embed="rId2"/>
          <a:srcRect l="8758" t="2215" r="13894" b="2789"/>
          <a:stretch>
            <a:fillRect/>
          </a:stretch>
        </p:blipFill>
        <p:spPr>
          <a:xfrm>
            <a:off x="237742" y="89722"/>
            <a:ext cx="5760000" cy="2816635"/>
          </a:xfrm>
          <a:prstGeom prst="rect">
            <a:avLst/>
          </a:prstGeom>
        </p:spPr>
      </p:pic>
      <p:sp>
        <p:nvSpPr>
          <p:cNvPr id="15" name="文本框 14"/>
          <p:cNvSpPr txBox="1"/>
          <p:nvPr/>
        </p:nvSpPr>
        <p:spPr>
          <a:xfrm>
            <a:off x="64154" y="10234111"/>
            <a:ext cx="5993484" cy="1953260"/>
          </a:xfrm>
          <a:prstGeom prst="rect">
            <a:avLst/>
          </a:prstGeom>
          <a:noFill/>
        </p:spPr>
        <p:txBody>
          <a:bodyPr wrap="square" rtlCol="0">
            <a:spAutoFit/>
          </a:bodyPr>
          <a:p>
            <a:pPr algn="l"/>
            <a:r>
              <a:rPr lang="en-US" altLang="zh-CN" sz="1100" b="1">
                <a:latin typeface="Times New Roman" panose="02020603050405020304" charset="0"/>
                <a:cs typeface="Times New Roman" panose="02020603050405020304" charset="0"/>
                <a:sym typeface="+mn-ea"/>
              </a:rPr>
              <a:t>Fig. S10. Comparison of the eight candidate models.</a:t>
            </a:r>
            <a:r>
              <a:rPr lang="en-US" altLang="zh-CN" sz="1100">
                <a:latin typeface="Times New Roman" panose="02020603050405020304" charset="0"/>
                <a:cs typeface="Times New Roman" panose="02020603050405020304" charset="0"/>
                <a:sym typeface="+mn-ea"/>
              </a:rPr>
              <a:t> (</a:t>
            </a:r>
            <a:r>
              <a:rPr lang="en-US" altLang="zh-CN" sz="1100" b="1">
                <a:latin typeface="Times New Roman" panose="02020603050405020304" charset="0"/>
                <a:cs typeface="Times New Roman" panose="02020603050405020304" charset="0"/>
                <a:sym typeface="+mn-ea"/>
              </a:rPr>
              <a:t>A</a:t>
            </a:r>
            <a:r>
              <a:rPr lang="en-US" altLang="zh-CN" sz="1100">
                <a:latin typeface="Times New Roman" panose="02020603050405020304" charset="0"/>
                <a:cs typeface="Times New Roman" panose="02020603050405020304" charset="0"/>
                <a:sym typeface="+mn-ea"/>
              </a:rPr>
              <a:t>) Scatter plot of weight versus height with trend lines from the eight models. The hyperbolic model appears to better capture the trend at both the upper and lower tails of the data. (</a:t>
            </a:r>
            <a:r>
              <a:rPr lang="en-US" altLang="zh-CN" sz="1100" b="1">
                <a:latin typeface="Times New Roman" panose="02020603050405020304" charset="0"/>
                <a:cs typeface="Times New Roman" panose="02020603050405020304" charset="0"/>
                <a:sym typeface="+mn-ea"/>
              </a:rPr>
              <a:t>B</a:t>
            </a:r>
            <a:r>
              <a:rPr lang="en-US" altLang="zh-CN" sz="1100">
                <a:latin typeface="Times New Roman" panose="02020603050405020304" charset="0"/>
                <a:cs typeface="Times New Roman" panose="02020603050405020304" charset="0"/>
                <a:sym typeface="+mn-ea"/>
              </a:rPr>
              <a:t>) Results from the allometric model under two specifications: using weight to predict height (top row) and using height to predict weight (bottom row). </a:t>
            </a:r>
            <a:r>
              <a:rPr lang="en-US" altLang="zh-CN" sz="1100">
                <a:latin typeface="Times New Roman" panose="02020603050405020304" charset="0"/>
                <a:cs typeface="Times New Roman" panose="02020603050405020304" charset="0"/>
                <a:sym typeface="+mn-ea"/>
              </a:rPr>
              <a:t>(</a:t>
            </a:r>
            <a:r>
              <a:rPr lang="en-US" altLang="zh-CN" sz="1100" b="1">
                <a:latin typeface="Times New Roman" panose="02020603050405020304" charset="0"/>
                <a:cs typeface="Times New Roman" panose="02020603050405020304" charset="0"/>
                <a:sym typeface="+mn-ea"/>
              </a:rPr>
              <a:t>C</a:t>
            </a:r>
            <a:r>
              <a:rPr lang="en-US" altLang="zh-CN" sz="1100">
                <a:latin typeface="Times New Roman" panose="02020603050405020304" charset="0"/>
                <a:cs typeface="Times New Roman" panose="02020603050405020304" charset="0"/>
                <a:sym typeface="+mn-ea"/>
              </a:rPr>
              <a:t>) Scatter plot of weight versus height with trend lines from the eight models.</a:t>
            </a:r>
            <a:r>
              <a:rPr lang="en-US" altLang="zh-CN" sz="1100">
                <a:latin typeface="Times New Roman" panose="02020603050405020304" charset="0"/>
                <a:cs typeface="Times New Roman" panose="02020603050405020304" charset="0"/>
                <a:sym typeface="+mn-ea"/>
              </a:rPr>
              <a:t> R² differs depending on which variable is treated as the outcome. (Allometric model: Weight = m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zh-CN" sz="1100" baseline="30000">
                <a:latin typeface="Times New Roman" panose="02020603050405020304" charset="0"/>
                <a:cs typeface="Times New Roman" panose="02020603050405020304" charset="0"/>
                <a:sym typeface="+mn-ea"/>
              </a:rPr>
              <a:t>k</a:t>
            </a:r>
            <a:r>
              <a:rPr lang="en-US" altLang="zh-CN" sz="1100">
                <a:latin typeface="Times New Roman" panose="02020603050405020304" charset="0"/>
                <a:cs typeface="Times New Roman" panose="02020603050405020304" charset="0"/>
                <a:sym typeface="+mn-ea"/>
              </a:rPr>
              <a:t>, (i.e., ln(Weight) = ln(m) + k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ln(Height)); Hyperbolic model: Weight = a + b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Weight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 (equivalently, Height = (Weight − a)/(b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Weight));  Exponential model: Weight = p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exp(Height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q), (i.e., ln(Weight) = ln(p) + Height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q);  Cubic model: Weight = k</a:t>
            </a:r>
            <a:r>
              <a:rPr lang="en-US" altLang="en-US" sz="1100">
                <a:latin typeface="Times New Roman" panose="02020603050405020304" charset="0"/>
                <a:cs typeface="Times New Roman" panose="02020603050405020304" charset="0"/>
                <a:sym typeface="+mn-ea"/>
              </a:rPr>
              <a:t>₃₀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₃</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³; </a:t>
            </a:r>
            <a:r>
              <a:rPr lang="en-US" altLang="zh-CN" sz="1100">
                <a:latin typeface="Times New Roman" panose="02020603050405020304" charset="0"/>
                <a:cs typeface="Times New Roman" panose="02020603050405020304" charset="0"/>
                <a:sym typeface="+mn-ea"/>
              </a:rPr>
              <a:t>Quadratic model: Weight = k</a:t>
            </a:r>
            <a:r>
              <a:rPr lang="en-US" altLang="en-US" sz="1100">
                <a:latin typeface="Times New Roman" panose="02020603050405020304" charset="0"/>
                <a:cs typeface="Times New Roman" panose="02020603050405020304" charset="0"/>
                <a:sym typeface="+mn-ea"/>
              </a:rPr>
              <a:t>₂₀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₂</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²; </a:t>
            </a:r>
            <a:r>
              <a:rPr lang="en-US" altLang="zh-CN" sz="1100">
                <a:latin typeface="Times New Roman" panose="02020603050405020304" charset="0"/>
                <a:cs typeface="Times New Roman" panose="02020603050405020304" charset="0"/>
                <a:sym typeface="+mn-ea"/>
              </a:rPr>
              <a:t>Linear model: Weight = k</a:t>
            </a:r>
            <a:r>
              <a:rPr lang="en-US" altLang="en-US" sz="1100">
                <a:latin typeface="Times New Roman" panose="02020603050405020304" charset="0"/>
                <a:cs typeface="Times New Roman" panose="02020603050405020304" charset="0"/>
                <a:sym typeface="+mn-ea"/>
              </a:rPr>
              <a:t>₁₀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₁</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 Binomial model: Weight = k</a:t>
            </a:r>
            <a:r>
              <a:rPr lang="en-US" altLang="en-US" sz="1100">
                <a:latin typeface="Times New Roman" panose="02020603050405020304" charset="0"/>
                <a:cs typeface="Times New Roman" panose="02020603050405020304" charset="0"/>
                <a:sym typeface="+mn-ea"/>
              </a:rPr>
              <a:t>₄₀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₄₁</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²</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₄₂</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 Trinomial model: Weight = k</a:t>
            </a:r>
            <a:r>
              <a:rPr lang="en-US" altLang="en-US" sz="1100">
                <a:latin typeface="Times New Roman" panose="02020603050405020304" charset="0"/>
                <a:cs typeface="Times New Roman" panose="02020603050405020304" charset="0"/>
                <a:sym typeface="+mn-ea"/>
              </a:rPr>
              <a:t>₅₀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₅₁</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³</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₅₂</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²</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₅₃</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endParaRPr lang="en-US" altLang="zh-CN" sz="1100">
              <a:latin typeface="Times New Roman" panose="02020603050405020304" charset="0"/>
              <a:cs typeface="Times New Roman" panose="02020603050405020304" charset="0"/>
              <a:sym typeface="+mn-ea"/>
            </a:endParaRPr>
          </a:p>
        </p:txBody>
      </p:sp>
      <p:sp>
        <p:nvSpPr>
          <p:cNvPr id="26" name="文本框 25"/>
          <p:cNvSpPr txBox="1"/>
          <p:nvPr>
            <p:custDataLst>
              <p:tags r:id="rId3"/>
            </p:custDataLst>
          </p:nvPr>
        </p:nvSpPr>
        <p:spPr>
          <a:xfrm>
            <a:off x="156696" y="57806"/>
            <a:ext cx="92751" cy="241405"/>
          </a:xfrm>
          <a:prstGeom prst="rect">
            <a:avLst/>
          </a:prstGeom>
          <a:noFill/>
        </p:spPr>
        <p:txBody>
          <a:bodyPr wrap="square" rtlCol="0">
            <a:noAutofit/>
          </a:bodyPr>
          <a:p>
            <a:pPr algn="ctr"/>
            <a:r>
              <a:rPr lang="en-US" altLang="zh-CN" sz="1200" b="1">
                <a:latin typeface="Times New Roman" panose="02020603050405020304" charset="0"/>
                <a:cs typeface="Times New Roman" panose="02020603050405020304" charset="0"/>
              </a:rPr>
              <a:t>A</a:t>
            </a:r>
            <a:endParaRPr lang="en-US" altLang="zh-CN" sz="1200" b="1">
              <a:latin typeface="Times New Roman" panose="02020603050405020304" charset="0"/>
              <a:cs typeface="Times New Roman" panose="02020603050405020304" charset="0"/>
            </a:endParaRPr>
          </a:p>
        </p:txBody>
      </p:sp>
      <p:sp>
        <p:nvSpPr>
          <p:cNvPr id="7" name="文本框 6"/>
          <p:cNvSpPr txBox="1"/>
          <p:nvPr>
            <p:custDataLst>
              <p:tags r:id="rId4"/>
            </p:custDataLst>
          </p:nvPr>
        </p:nvSpPr>
        <p:spPr>
          <a:xfrm>
            <a:off x="156696" y="2947043"/>
            <a:ext cx="92751" cy="241405"/>
          </a:xfrm>
          <a:prstGeom prst="rect">
            <a:avLst/>
          </a:prstGeom>
          <a:noFill/>
        </p:spPr>
        <p:txBody>
          <a:bodyPr wrap="square" rtlCol="0">
            <a:noAutofit/>
          </a:bodyPr>
          <a:p>
            <a:pPr algn="ctr"/>
            <a:r>
              <a:rPr lang="en-US" altLang="zh-CN" sz="1200" b="1">
                <a:latin typeface="Times New Roman" panose="02020603050405020304" charset="0"/>
                <a:cs typeface="Times New Roman" panose="02020603050405020304" charset="0"/>
              </a:rPr>
              <a:t>B</a:t>
            </a:r>
            <a:endParaRPr lang="en-US" altLang="zh-CN" sz="1200" b="1">
              <a:latin typeface="Times New Roman" panose="02020603050405020304" charset="0"/>
              <a:cs typeface="Times New Roman" panose="02020603050405020304" charset="0"/>
            </a:endParaRPr>
          </a:p>
        </p:txBody>
      </p:sp>
      <p:sp>
        <p:nvSpPr>
          <p:cNvPr id="6" name="文本框 5"/>
          <p:cNvSpPr txBox="1"/>
          <p:nvPr>
            <p:custDataLst>
              <p:tags r:id="rId5"/>
            </p:custDataLst>
          </p:nvPr>
        </p:nvSpPr>
        <p:spPr>
          <a:xfrm>
            <a:off x="84929" y="5614662"/>
            <a:ext cx="92750" cy="241405"/>
          </a:xfrm>
          <a:prstGeom prst="rect">
            <a:avLst/>
          </a:prstGeom>
          <a:noFill/>
        </p:spPr>
        <p:txBody>
          <a:bodyPr wrap="square" rtlCol="0">
            <a:noAutofit/>
          </a:bodyPr>
          <a:p>
            <a:pPr algn="ctr"/>
            <a:r>
              <a:rPr lang="en-US" altLang="zh-CN" sz="1200" b="1">
                <a:latin typeface="Times New Roman" panose="02020603050405020304" charset="0"/>
                <a:cs typeface="Times New Roman" panose="02020603050405020304" charset="0"/>
              </a:rPr>
              <a:t>C</a:t>
            </a:r>
            <a:endParaRPr lang="en-US" altLang="zh-CN" sz="1200" b="1">
              <a:latin typeface="Times New Roman" panose="02020603050405020304" charset="0"/>
              <a:cs typeface="Times New Roman" panose="02020603050405020304" charset="0"/>
            </a:endParaRPr>
          </a:p>
        </p:txBody>
      </p:sp>
      <p:pic>
        <p:nvPicPr>
          <p:cNvPr id="9" name="图片 8" descr="Fig. S10(C)"/>
          <p:cNvPicPr>
            <a:picLocks noChangeAspect="1"/>
          </p:cNvPicPr>
          <p:nvPr/>
        </p:nvPicPr>
        <p:blipFill>
          <a:blip r:embed="rId6"/>
          <a:srcRect l="8810" t="5476" r="13282" b="10548"/>
          <a:stretch>
            <a:fillRect/>
          </a:stretch>
        </p:blipFill>
        <p:spPr>
          <a:xfrm>
            <a:off x="233932" y="5723442"/>
            <a:ext cx="5760000" cy="445886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513.910049067713,&quot;left&quot;:5.6970834418916825,&quot;top&quot;:2.069420880441535,&quot;width&quot;:913.4901174858427}"/>
</p:tagLst>
</file>

<file path=ppt/tags/tag2.xml><?xml version="1.0" encoding="utf-8"?>
<p:tagLst xmlns:p="http://schemas.openxmlformats.org/presentationml/2006/main">
  <p:tag name="KSO_WM_DIAGRAM_VIRTUALLY_FRAME" val="{&quot;height&quot;:513.910049067713,&quot;left&quot;:5.6970834418916825,&quot;top&quot;:2.069420880441535,&quot;width&quot;:913.4901174858427}"/>
</p:tagLst>
</file>

<file path=ppt/tags/tag3.xml><?xml version="1.0" encoding="utf-8"?>
<p:tagLst xmlns:p="http://schemas.openxmlformats.org/presentationml/2006/main">
  <p:tag name="KSO_WM_DIAGRAM_VIRTUALLY_FRAME" val="{&quot;height&quot;:513.910049067713,&quot;left&quot;:5.6970834418916825,&quot;top&quot;:2.069420880441535,&quot;width&quot;:913.4901174858427}"/>
</p:tagLst>
</file>

<file path=ppt/tags/tag4.xml><?xml version="1.0" encoding="utf-8"?>
<p:tagLst xmlns:p="http://schemas.openxmlformats.org/presentationml/2006/main">
  <p:tag name="commondata" val="eyJoZGlkIjoiMWU4NTYwNDRjODQ2YTFjZWMxNzg1ZTdjYzJmZWI4OG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1091</Words>
  <Application>WPS 演示</Application>
  <PresentationFormat>宽屏</PresentationFormat>
  <Paragraphs>8</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Times New Roman</vt:lpstr>
      <vt:lpstr>Calibri</vt:lpstr>
      <vt:lpstr>微软雅黑</vt:lpstr>
      <vt:lpstr>Arial Unicode MS</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taojin xu</dc:creator>
  <cp:lastModifiedBy>Taukim Xu-じょ　とうきん</cp:lastModifiedBy>
  <cp:revision>151</cp:revision>
  <dcterms:created xsi:type="dcterms:W3CDTF">2023-08-09T12:44:00Z</dcterms:created>
  <dcterms:modified xsi:type="dcterms:W3CDTF">2026-06-11T03:04:32Z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2052-12.1.0.26895</vt:lpwstr>
  </property>
</Properties>
</file>
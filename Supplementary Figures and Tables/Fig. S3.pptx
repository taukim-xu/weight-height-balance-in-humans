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6479540" cy="251968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1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11575" y="413174"/>
            <a:ext cx="4869439" cy="878942"/>
          </a:xfrm>
        </p:spPr>
        <p:txBody>
          <a:bodyPr anchor="b"/>
          <a:lstStyle>
            <a:lvl1pPr algn="ctr">
              <a:defRPr sz="221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11575" y="1326012"/>
            <a:ext cx="4869439" cy="609532"/>
          </a:xfrm>
        </p:spPr>
        <p:txBody>
          <a:bodyPr/>
          <a:lstStyle>
            <a:lvl1pPr marL="0" indent="0" algn="ctr">
              <a:buNone/>
              <a:defRPr sz="890"/>
            </a:lvl1pPr>
            <a:lvl2pPr marL="168275" indent="0" algn="ctr">
              <a:buNone/>
              <a:defRPr sz="740"/>
            </a:lvl2pPr>
            <a:lvl3pPr marL="335915" indent="0" algn="ctr">
              <a:buNone/>
              <a:defRPr sz="665"/>
            </a:lvl3pPr>
            <a:lvl4pPr marL="504825" indent="0" algn="ctr">
              <a:buNone/>
              <a:defRPr sz="590"/>
            </a:lvl4pPr>
            <a:lvl5pPr marL="673100" indent="0" algn="ctr">
              <a:buNone/>
              <a:defRPr sz="590"/>
            </a:lvl5pPr>
            <a:lvl6pPr marL="842010" indent="0" algn="ctr">
              <a:buNone/>
              <a:defRPr sz="590"/>
            </a:lvl6pPr>
            <a:lvl7pPr marL="1008380" indent="0" algn="ctr">
              <a:buNone/>
              <a:defRPr sz="590"/>
            </a:lvl7pPr>
            <a:lvl8pPr marL="1177290" indent="0" algn="ctr">
              <a:buNone/>
              <a:defRPr sz="590"/>
            </a:lvl8pPr>
            <a:lvl9pPr marL="1344930" indent="0" algn="ctr">
              <a:buNone/>
              <a:defRPr sz="59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2983" y="629403"/>
            <a:ext cx="5599855" cy="1050173"/>
          </a:xfrm>
        </p:spPr>
        <p:txBody>
          <a:bodyPr anchor="b"/>
          <a:lstStyle>
            <a:lvl1pPr>
              <a:defRPr sz="221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2983" y="1689511"/>
            <a:ext cx="5599855" cy="552261"/>
          </a:xfrm>
        </p:spPr>
        <p:txBody>
          <a:bodyPr/>
          <a:lstStyle>
            <a:lvl1pPr marL="0" indent="0">
              <a:buNone/>
              <a:defRPr sz="890">
                <a:solidFill>
                  <a:schemeClr val="tx1">
                    <a:tint val="75000"/>
                  </a:schemeClr>
                </a:solidFill>
              </a:defRPr>
            </a:lvl1pPr>
            <a:lvl2pPr marL="168275" indent="0">
              <a:buNone/>
              <a:defRPr sz="740">
                <a:solidFill>
                  <a:schemeClr val="tx1">
                    <a:tint val="75000"/>
                  </a:schemeClr>
                </a:solidFill>
              </a:defRPr>
            </a:lvl2pPr>
            <a:lvl3pPr marL="335915" indent="0">
              <a:buNone/>
              <a:defRPr sz="665">
                <a:solidFill>
                  <a:schemeClr val="tx1">
                    <a:tint val="75000"/>
                  </a:schemeClr>
                </a:solidFill>
              </a:defRPr>
            </a:lvl3pPr>
            <a:lvl4pPr marL="504825" indent="0">
              <a:buNone/>
              <a:defRPr sz="590">
                <a:solidFill>
                  <a:schemeClr val="tx1">
                    <a:tint val="75000"/>
                  </a:schemeClr>
                </a:solidFill>
              </a:defRPr>
            </a:lvl4pPr>
            <a:lvl5pPr marL="673100" indent="0">
              <a:buNone/>
              <a:defRPr sz="590">
                <a:solidFill>
                  <a:schemeClr val="tx1">
                    <a:tint val="75000"/>
                  </a:schemeClr>
                </a:solidFill>
              </a:defRPr>
            </a:lvl5pPr>
            <a:lvl6pPr marL="842010" indent="0">
              <a:buNone/>
              <a:defRPr sz="590">
                <a:solidFill>
                  <a:schemeClr val="tx1">
                    <a:tint val="75000"/>
                  </a:schemeClr>
                </a:solidFill>
              </a:defRPr>
            </a:lvl6pPr>
            <a:lvl7pPr marL="1008380" indent="0">
              <a:buNone/>
              <a:defRPr sz="590">
                <a:solidFill>
                  <a:schemeClr val="tx1">
                    <a:tint val="75000"/>
                  </a:schemeClr>
                </a:solidFill>
              </a:defRPr>
            </a:lvl7pPr>
            <a:lvl8pPr marL="1177290" indent="0">
              <a:buNone/>
              <a:defRPr sz="590">
                <a:solidFill>
                  <a:schemeClr val="tx1">
                    <a:tint val="75000"/>
                  </a:schemeClr>
                </a:solidFill>
              </a:defRPr>
            </a:lvl8pPr>
            <a:lvl9pPr marL="1344930" indent="0">
              <a:buNone/>
              <a:defRPr sz="5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46365" y="672064"/>
            <a:ext cx="2759350" cy="16018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286872" y="672064"/>
            <a:ext cx="2759350" cy="16018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7210" y="134412"/>
            <a:ext cx="5599855" cy="48797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7210" y="618883"/>
            <a:ext cx="2746668" cy="303304"/>
          </a:xfrm>
        </p:spPr>
        <p:txBody>
          <a:bodyPr anchor="b"/>
          <a:lstStyle>
            <a:lvl1pPr marL="0" indent="0">
              <a:buNone/>
              <a:defRPr sz="890" b="1"/>
            </a:lvl1pPr>
            <a:lvl2pPr marL="168275" indent="0">
              <a:buNone/>
              <a:defRPr sz="740" b="1"/>
            </a:lvl2pPr>
            <a:lvl3pPr marL="335915" indent="0">
              <a:buNone/>
              <a:defRPr sz="665" b="1"/>
            </a:lvl3pPr>
            <a:lvl4pPr marL="504825" indent="0">
              <a:buNone/>
              <a:defRPr sz="590" b="1"/>
            </a:lvl4pPr>
            <a:lvl5pPr marL="673100" indent="0">
              <a:buNone/>
              <a:defRPr sz="590" b="1"/>
            </a:lvl5pPr>
            <a:lvl6pPr marL="842010" indent="0">
              <a:buNone/>
              <a:defRPr sz="590" b="1"/>
            </a:lvl6pPr>
            <a:lvl7pPr marL="1008380" indent="0">
              <a:buNone/>
              <a:defRPr sz="590" b="1"/>
            </a:lvl7pPr>
            <a:lvl8pPr marL="1177290" indent="0">
              <a:buNone/>
              <a:defRPr sz="590" b="1"/>
            </a:lvl8pPr>
            <a:lvl9pPr marL="1344930" indent="0">
              <a:buNone/>
              <a:defRPr sz="59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47210" y="922188"/>
            <a:ext cx="2746668" cy="135640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286872" y="618883"/>
            <a:ext cx="2760193" cy="303304"/>
          </a:xfrm>
        </p:spPr>
        <p:txBody>
          <a:bodyPr anchor="b"/>
          <a:lstStyle>
            <a:lvl1pPr marL="0" indent="0">
              <a:buNone/>
              <a:defRPr sz="890" b="1"/>
            </a:lvl1pPr>
            <a:lvl2pPr marL="168275" indent="0">
              <a:buNone/>
              <a:defRPr sz="740" b="1"/>
            </a:lvl2pPr>
            <a:lvl3pPr marL="335915" indent="0">
              <a:buNone/>
              <a:defRPr sz="665" b="1"/>
            </a:lvl3pPr>
            <a:lvl4pPr marL="504825" indent="0">
              <a:buNone/>
              <a:defRPr sz="590" b="1"/>
            </a:lvl4pPr>
            <a:lvl5pPr marL="673100" indent="0">
              <a:buNone/>
              <a:defRPr sz="590" b="1"/>
            </a:lvl5pPr>
            <a:lvl6pPr marL="842010" indent="0">
              <a:buNone/>
              <a:defRPr sz="590" b="1"/>
            </a:lvl6pPr>
            <a:lvl7pPr marL="1008380" indent="0">
              <a:buNone/>
              <a:defRPr sz="590" b="1"/>
            </a:lvl7pPr>
            <a:lvl8pPr marL="1177290" indent="0">
              <a:buNone/>
              <a:defRPr sz="590" b="1"/>
            </a:lvl8pPr>
            <a:lvl9pPr marL="1344930" indent="0">
              <a:buNone/>
              <a:defRPr sz="59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286872" y="922188"/>
            <a:ext cx="2760193" cy="135640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7210" y="168309"/>
            <a:ext cx="2094026" cy="589079"/>
          </a:xfrm>
        </p:spPr>
        <p:txBody>
          <a:bodyPr anchor="b"/>
          <a:lstStyle>
            <a:lvl1pPr>
              <a:defRPr sz="117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60193" y="363499"/>
            <a:ext cx="3286872" cy="1794118"/>
          </a:xfrm>
        </p:spPr>
        <p:txBody>
          <a:bodyPr/>
          <a:lstStyle>
            <a:lvl1pPr>
              <a:defRPr sz="1175"/>
            </a:lvl1pPr>
            <a:lvl2pPr>
              <a:defRPr sz="1035"/>
            </a:lvl2pPr>
            <a:lvl3pPr>
              <a:defRPr sz="890"/>
            </a:lvl3pPr>
            <a:lvl4pPr>
              <a:defRPr sz="740"/>
            </a:lvl4pPr>
            <a:lvl5pPr>
              <a:defRPr sz="740"/>
            </a:lvl5pPr>
            <a:lvl6pPr>
              <a:defRPr sz="740"/>
            </a:lvl6pPr>
            <a:lvl7pPr>
              <a:defRPr sz="740"/>
            </a:lvl7pPr>
            <a:lvl8pPr>
              <a:defRPr sz="740"/>
            </a:lvl8pPr>
            <a:lvl9pPr>
              <a:defRPr sz="74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47210" y="757387"/>
            <a:ext cx="2094026" cy="1403153"/>
          </a:xfrm>
        </p:spPr>
        <p:txBody>
          <a:bodyPr/>
          <a:lstStyle>
            <a:lvl1pPr marL="0" indent="0">
              <a:buNone/>
              <a:defRPr sz="590"/>
            </a:lvl1pPr>
            <a:lvl2pPr marL="168275" indent="0">
              <a:buNone/>
              <a:defRPr sz="520"/>
            </a:lvl2pPr>
            <a:lvl3pPr marL="335915" indent="0">
              <a:buNone/>
              <a:defRPr sz="440"/>
            </a:lvl3pPr>
            <a:lvl4pPr marL="504825" indent="0">
              <a:buNone/>
              <a:defRPr sz="370"/>
            </a:lvl4pPr>
            <a:lvl5pPr marL="673100" indent="0">
              <a:buNone/>
              <a:defRPr sz="370"/>
            </a:lvl5pPr>
            <a:lvl6pPr marL="842010" indent="0">
              <a:buNone/>
              <a:defRPr sz="370"/>
            </a:lvl6pPr>
            <a:lvl7pPr marL="1008380" indent="0">
              <a:buNone/>
              <a:defRPr sz="370"/>
            </a:lvl7pPr>
            <a:lvl8pPr marL="1177290" indent="0">
              <a:buNone/>
              <a:defRPr sz="370"/>
            </a:lvl8pPr>
            <a:lvl9pPr marL="1344930" indent="0">
              <a:buNone/>
              <a:defRPr sz="37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7210" y="168309"/>
            <a:ext cx="2094026" cy="589079"/>
          </a:xfrm>
        </p:spPr>
        <p:txBody>
          <a:bodyPr anchor="b"/>
          <a:lstStyle>
            <a:lvl1pPr>
              <a:defRPr sz="117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760193" y="363499"/>
            <a:ext cx="3286872" cy="1794118"/>
          </a:xfrm>
        </p:spPr>
        <p:txBody>
          <a:bodyPr/>
          <a:lstStyle>
            <a:lvl1pPr marL="0" indent="0">
              <a:buNone/>
              <a:defRPr sz="1175"/>
            </a:lvl1pPr>
            <a:lvl2pPr marL="168275" indent="0">
              <a:buNone/>
              <a:defRPr sz="1035"/>
            </a:lvl2pPr>
            <a:lvl3pPr marL="335915" indent="0">
              <a:buNone/>
              <a:defRPr sz="890"/>
            </a:lvl3pPr>
            <a:lvl4pPr marL="504825" indent="0">
              <a:buNone/>
              <a:defRPr sz="740"/>
            </a:lvl4pPr>
            <a:lvl5pPr marL="673100" indent="0">
              <a:buNone/>
              <a:defRPr sz="740"/>
            </a:lvl5pPr>
            <a:lvl6pPr marL="842010" indent="0">
              <a:buNone/>
              <a:defRPr sz="740"/>
            </a:lvl6pPr>
            <a:lvl7pPr marL="1008380" indent="0">
              <a:buNone/>
              <a:defRPr sz="740"/>
            </a:lvl7pPr>
            <a:lvl8pPr marL="1177290" indent="0">
              <a:buNone/>
              <a:defRPr sz="740"/>
            </a:lvl8pPr>
            <a:lvl9pPr marL="1344930" indent="0">
              <a:buNone/>
              <a:defRPr sz="74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47210" y="757387"/>
            <a:ext cx="2094026" cy="1403153"/>
          </a:xfrm>
        </p:spPr>
        <p:txBody>
          <a:bodyPr/>
          <a:lstStyle>
            <a:lvl1pPr marL="0" indent="0">
              <a:buNone/>
              <a:defRPr sz="590"/>
            </a:lvl1pPr>
            <a:lvl2pPr marL="168275" indent="0">
              <a:buNone/>
              <a:defRPr sz="520"/>
            </a:lvl2pPr>
            <a:lvl3pPr marL="335915" indent="0">
              <a:buNone/>
              <a:defRPr sz="440"/>
            </a:lvl3pPr>
            <a:lvl4pPr marL="504825" indent="0">
              <a:buNone/>
              <a:defRPr sz="370"/>
            </a:lvl4pPr>
            <a:lvl5pPr marL="673100" indent="0">
              <a:buNone/>
              <a:defRPr sz="370"/>
            </a:lvl5pPr>
            <a:lvl6pPr marL="842010" indent="0">
              <a:buNone/>
              <a:defRPr sz="370"/>
            </a:lvl6pPr>
            <a:lvl7pPr marL="1008380" indent="0">
              <a:buNone/>
              <a:defRPr sz="370"/>
            </a:lvl7pPr>
            <a:lvl8pPr marL="1177290" indent="0">
              <a:buNone/>
              <a:defRPr sz="370"/>
            </a:lvl8pPr>
            <a:lvl9pPr marL="1344930" indent="0">
              <a:buNone/>
              <a:defRPr sz="37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646256" y="134412"/>
            <a:ext cx="1399963" cy="2139501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6365" y="134412"/>
            <a:ext cx="4118734" cy="2139501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46365" y="134412"/>
            <a:ext cx="5599855" cy="4879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6365" y="672064"/>
            <a:ext cx="5599855" cy="16018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46365" y="2339951"/>
            <a:ext cx="1460830" cy="1344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150668" y="2339951"/>
            <a:ext cx="2191247" cy="1344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585391" y="2339951"/>
            <a:ext cx="1460830" cy="1344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35915" rtl="0" eaLnBrk="1" latinLnBrk="0" hangingPunct="1">
        <a:lnSpc>
          <a:spcPct val="90000"/>
        </a:lnSpc>
        <a:spcBef>
          <a:spcPct val="0"/>
        </a:spcBef>
        <a:buNone/>
        <a:defRPr sz="16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4455" indent="-84455" algn="l" defTabSz="335915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035" kern="1200">
          <a:solidFill>
            <a:schemeClr val="tx1"/>
          </a:solidFill>
          <a:latin typeface="+mn-lt"/>
          <a:ea typeface="+mn-ea"/>
          <a:cs typeface="+mn-cs"/>
        </a:defRPr>
      </a:lvl1pPr>
      <a:lvl2pPr marL="252730" indent="-84455" algn="l" defTabSz="335915" rtl="0" eaLnBrk="1" latinLnBrk="0" hangingPunct="1">
        <a:lnSpc>
          <a:spcPct val="90000"/>
        </a:lnSpc>
        <a:spcBef>
          <a:spcPct val="36000"/>
        </a:spcBef>
        <a:buFont typeface="Arial" panose="020B0604020202020204" pitchFamily="34" charset="0"/>
        <a:buChar char="•"/>
        <a:defRPr sz="890" kern="1200">
          <a:solidFill>
            <a:schemeClr val="tx1"/>
          </a:solidFill>
          <a:latin typeface="+mn-lt"/>
          <a:ea typeface="+mn-ea"/>
          <a:cs typeface="+mn-cs"/>
        </a:defRPr>
      </a:lvl2pPr>
      <a:lvl3pPr marL="420370" indent="-84455" algn="l" defTabSz="335915" rtl="0" eaLnBrk="1" latinLnBrk="0" hangingPunct="1">
        <a:lnSpc>
          <a:spcPct val="90000"/>
        </a:lnSpc>
        <a:spcBef>
          <a:spcPct val="36000"/>
        </a:spcBef>
        <a:buFont typeface="Arial" panose="020B0604020202020204" pitchFamily="34" charset="0"/>
        <a:buChar char="•"/>
        <a:defRPr sz="740" kern="1200">
          <a:solidFill>
            <a:schemeClr val="tx1"/>
          </a:solidFill>
          <a:latin typeface="+mn-lt"/>
          <a:ea typeface="+mn-ea"/>
          <a:cs typeface="+mn-cs"/>
        </a:defRPr>
      </a:lvl3pPr>
      <a:lvl4pPr marL="589280" indent="-84455" algn="l" defTabSz="335915" rtl="0" eaLnBrk="1" latinLnBrk="0" hangingPunct="1">
        <a:lnSpc>
          <a:spcPct val="90000"/>
        </a:lnSpc>
        <a:spcBef>
          <a:spcPct val="36000"/>
        </a:spcBef>
        <a:buFont typeface="Arial" panose="020B0604020202020204" pitchFamily="34" charset="0"/>
        <a:buChar char="•"/>
        <a:defRPr sz="665" kern="1200">
          <a:solidFill>
            <a:schemeClr val="tx1"/>
          </a:solidFill>
          <a:latin typeface="+mn-lt"/>
          <a:ea typeface="+mn-ea"/>
          <a:cs typeface="+mn-cs"/>
        </a:defRPr>
      </a:lvl4pPr>
      <a:lvl5pPr marL="757555" indent="-84455" algn="l" defTabSz="335915" rtl="0" eaLnBrk="1" latinLnBrk="0" hangingPunct="1">
        <a:lnSpc>
          <a:spcPct val="90000"/>
        </a:lnSpc>
        <a:spcBef>
          <a:spcPct val="36000"/>
        </a:spcBef>
        <a:buFont typeface="Arial" panose="020B0604020202020204" pitchFamily="34" charset="0"/>
        <a:buChar char="•"/>
        <a:defRPr sz="665" kern="1200">
          <a:solidFill>
            <a:schemeClr val="tx1"/>
          </a:solidFill>
          <a:latin typeface="+mn-lt"/>
          <a:ea typeface="+mn-ea"/>
          <a:cs typeface="+mn-cs"/>
        </a:defRPr>
      </a:lvl5pPr>
      <a:lvl6pPr marL="923925" indent="-84455" algn="l" defTabSz="335915" rtl="0" eaLnBrk="1" latinLnBrk="0" hangingPunct="1">
        <a:lnSpc>
          <a:spcPct val="90000"/>
        </a:lnSpc>
        <a:spcBef>
          <a:spcPct val="36000"/>
        </a:spcBef>
        <a:buFont typeface="Arial" panose="020B0604020202020204" pitchFamily="34" charset="0"/>
        <a:buChar char="•"/>
        <a:defRPr sz="665" kern="1200">
          <a:solidFill>
            <a:schemeClr val="tx1"/>
          </a:solidFill>
          <a:latin typeface="+mn-lt"/>
          <a:ea typeface="+mn-ea"/>
          <a:cs typeface="+mn-cs"/>
        </a:defRPr>
      </a:lvl6pPr>
      <a:lvl7pPr marL="1092835" indent="-84455" algn="l" defTabSz="335915" rtl="0" eaLnBrk="1" latinLnBrk="0" hangingPunct="1">
        <a:lnSpc>
          <a:spcPct val="90000"/>
        </a:lnSpc>
        <a:spcBef>
          <a:spcPct val="36000"/>
        </a:spcBef>
        <a:buFont typeface="Arial" panose="020B0604020202020204" pitchFamily="34" charset="0"/>
        <a:buChar char="•"/>
        <a:defRPr sz="665" kern="1200">
          <a:solidFill>
            <a:schemeClr val="tx1"/>
          </a:solidFill>
          <a:latin typeface="+mn-lt"/>
          <a:ea typeface="+mn-ea"/>
          <a:cs typeface="+mn-cs"/>
        </a:defRPr>
      </a:lvl7pPr>
      <a:lvl8pPr marL="1261745" indent="-84455" algn="l" defTabSz="335915" rtl="0" eaLnBrk="1" latinLnBrk="0" hangingPunct="1">
        <a:lnSpc>
          <a:spcPct val="90000"/>
        </a:lnSpc>
        <a:spcBef>
          <a:spcPct val="36000"/>
        </a:spcBef>
        <a:buFont typeface="Arial" panose="020B0604020202020204" pitchFamily="34" charset="0"/>
        <a:buChar char="•"/>
        <a:defRPr sz="665" kern="1200">
          <a:solidFill>
            <a:schemeClr val="tx1"/>
          </a:solidFill>
          <a:latin typeface="+mn-lt"/>
          <a:ea typeface="+mn-ea"/>
          <a:cs typeface="+mn-cs"/>
        </a:defRPr>
      </a:lvl8pPr>
      <a:lvl9pPr marL="1430655" indent="-84455" algn="l" defTabSz="335915" rtl="0" eaLnBrk="1" latinLnBrk="0" hangingPunct="1">
        <a:lnSpc>
          <a:spcPct val="90000"/>
        </a:lnSpc>
        <a:spcBef>
          <a:spcPct val="36000"/>
        </a:spcBef>
        <a:buFont typeface="Arial" panose="020B0604020202020204" pitchFamily="34" charset="0"/>
        <a:buChar char="•"/>
        <a:defRPr sz="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35915" rtl="0" eaLnBrk="1" latinLnBrk="0" hangingPunct="1">
        <a:defRPr sz="665" kern="1200">
          <a:solidFill>
            <a:schemeClr val="tx1"/>
          </a:solidFill>
          <a:latin typeface="+mn-lt"/>
          <a:ea typeface="+mn-ea"/>
          <a:cs typeface="+mn-cs"/>
        </a:defRPr>
      </a:lvl1pPr>
      <a:lvl2pPr marL="168275" algn="l" defTabSz="335915" rtl="0" eaLnBrk="1" latinLnBrk="0" hangingPunct="1">
        <a:defRPr sz="665" kern="1200">
          <a:solidFill>
            <a:schemeClr val="tx1"/>
          </a:solidFill>
          <a:latin typeface="+mn-lt"/>
          <a:ea typeface="+mn-ea"/>
          <a:cs typeface="+mn-cs"/>
        </a:defRPr>
      </a:lvl2pPr>
      <a:lvl3pPr marL="335915" algn="l" defTabSz="335915" rtl="0" eaLnBrk="1" latinLnBrk="0" hangingPunct="1">
        <a:defRPr sz="665" kern="1200">
          <a:solidFill>
            <a:schemeClr val="tx1"/>
          </a:solidFill>
          <a:latin typeface="+mn-lt"/>
          <a:ea typeface="+mn-ea"/>
          <a:cs typeface="+mn-cs"/>
        </a:defRPr>
      </a:lvl3pPr>
      <a:lvl4pPr marL="504825" algn="l" defTabSz="335915" rtl="0" eaLnBrk="1" latinLnBrk="0" hangingPunct="1">
        <a:defRPr sz="665" kern="1200">
          <a:solidFill>
            <a:schemeClr val="tx1"/>
          </a:solidFill>
          <a:latin typeface="+mn-lt"/>
          <a:ea typeface="+mn-ea"/>
          <a:cs typeface="+mn-cs"/>
        </a:defRPr>
      </a:lvl4pPr>
      <a:lvl5pPr marL="673100" algn="l" defTabSz="335915" rtl="0" eaLnBrk="1" latinLnBrk="0" hangingPunct="1">
        <a:defRPr sz="665" kern="1200">
          <a:solidFill>
            <a:schemeClr val="tx1"/>
          </a:solidFill>
          <a:latin typeface="+mn-lt"/>
          <a:ea typeface="+mn-ea"/>
          <a:cs typeface="+mn-cs"/>
        </a:defRPr>
      </a:lvl5pPr>
      <a:lvl6pPr marL="842010" algn="l" defTabSz="335915" rtl="0" eaLnBrk="1" latinLnBrk="0" hangingPunct="1">
        <a:defRPr sz="665" kern="1200">
          <a:solidFill>
            <a:schemeClr val="tx1"/>
          </a:solidFill>
          <a:latin typeface="+mn-lt"/>
          <a:ea typeface="+mn-ea"/>
          <a:cs typeface="+mn-cs"/>
        </a:defRPr>
      </a:lvl6pPr>
      <a:lvl7pPr marL="1008380" algn="l" defTabSz="335915" rtl="0" eaLnBrk="1" latinLnBrk="0" hangingPunct="1">
        <a:defRPr sz="665" kern="1200">
          <a:solidFill>
            <a:schemeClr val="tx1"/>
          </a:solidFill>
          <a:latin typeface="+mn-lt"/>
          <a:ea typeface="+mn-ea"/>
          <a:cs typeface="+mn-cs"/>
        </a:defRPr>
      </a:lvl7pPr>
      <a:lvl8pPr marL="1177290" algn="l" defTabSz="335915" rtl="0" eaLnBrk="1" latinLnBrk="0" hangingPunct="1">
        <a:defRPr sz="665" kern="1200">
          <a:solidFill>
            <a:schemeClr val="tx1"/>
          </a:solidFill>
          <a:latin typeface="+mn-lt"/>
          <a:ea typeface="+mn-ea"/>
          <a:cs typeface="+mn-cs"/>
        </a:defRPr>
      </a:lvl8pPr>
      <a:lvl9pPr marL="1344930" algn="l" defTabSz="335915" rtl="0" eaLnBrk="1" latinLnBrk="0" hangingPunct="1">
        <a:defRPr sz="6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文本框 14"/>
          <p:cNvSpPr txBox="1"/>
          <p:nvPr/>
        </p:nvSpPr>
        <p:spPr>
          <a:xfrm>
            <a:off x="86995" y="2248535"/>
            <a:ext cx="6254115" cy="198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7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Fig. S3. </a:t>
            </a:r>
            <a:r>
              <a:rPr lang="en-US" altLang="zh-CN" sz="700">
                <a:latin typeface="Times New Roman" panose="02020603050405020304" charset="0"/>
                <a:cs typeface="Times New Roman" panose="02020603050405020304" charset="0"/>
                <a:sym typeface="+mn-ea"/>
              </a:rPr>
              <a:t>Linear correlation coefficient between weight and weight</a:t>
            </a:r>
            <a:r>
              <a:rPr lang="en-US" altLang="en-US" sz="700">
                <a:latin typeface="Times New Roman" panose="02020603050405020304" charset="0"/>
                <a:cs typeface="Times New Roman" panose="02020603050405020304" charset="0"/>
                <a:sym typeface="+mn-ea"/>
              </a:rPr>
              <a:t>×</a:t>
            </a:r>
            <a:r>
              <a:rPr lang="en-US" altLang="zh-CN" sz="700">
                <a:latin typeface="Times New Roman" panose="02020603050405020304" charset="0"/>
                <a:cs typeface="Times New Roman" panose="02020603050405020304" charset="0"/>
                <a:sym typeface="+mn-ea"/>
              </a:rPr>
              <a:t>height for KNHANES. </a:t>
            </a:r>
            <a:endParaRPr lang="en-US" altLang="zh-CN" sz="7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2" name="图片 1" descr="Fig. S3"/>
          <p:cNvPicPr>
            <a:picLocks noChangeAspect="1"/>
          </p:cNvPicPr>
          <p:nvPr/>
        </p:nvPicPr>
        <p:blipFill>
          <a:blip r:embed="rId1"/>
          <a:srcRect l="10476" t="1847" r="36280" b="1410"/>
          <a:stretch>
            <a:fillRect/>
          </a:stretch>
        </p:blipFill>
        <p:spPr>
          <a:xfrm>
            <a:off x="389493" y="107315"/>
            <a:ext cx="5700555" cy="2088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WU4NTYwNDRjODQ2YTFjZWMxNzg1ZTdjYzJmZWI4OGQ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</Words>
  <Application>WPS 演示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Times New Roman</vt:lpstr>
      <vt:lpstr>Calibri</vt:lpstr>
      <vt:lpstr>微软雅黑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taojin xu</dc:creator>
  <cp:lastModifiedBy>Taukim Xu-じょ　とうきん</cp:lastModifiedBy>
  <cp:revision>116</cp:revision>
  <dcterms:created xsi:type="dcterms:W3CDTF">2023-08-09T12:44:00Z</dcterms:created>
  <dcterms:modified xsi:type="dcterms:W3CDTF">2026-06-02T07:24:10Z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2052-12.1.0.26375</vt:lpwstr>
  </property>
</Properties>
</file>
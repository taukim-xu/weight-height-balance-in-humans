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3599815" cy="3959860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3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451149" y="649490"/>
            <a:ext cx="2706884" cy="1381659"/>
          </a:xfrm>
        </p:spPr>
        <p:txBody>
          <a:bodyPr anchor="b"/>
          <a:lstStyle>
            <a:lvl1pPr algn="ctr">
              <a:defRPr sz="237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451149" y="2084430"/>
            <a:ext cx="2706884" cy="958157"/>
          </a:xfrm>
        </p:spPr>
        <p:txBody>
          <a:bodyPr/>
          <a:lstStyle>
            <a:lvl1pPr marL="0" indent="0" algn="ctr">
              <a:buNone/>
              <a:defRPr sz="945"/>
            </a:lvl1pPr>
            <a:lvl2pPr marL="180340" indent="0" algn="ctr">
              <a:buNone/>
              <a:defRPr sz="790"/>
            </a:lvl2pPr>
            <a:lvl3pPr marL="360045" indent="0" algn="ctr">
              <a:buNone/>
              <a:defRPr sz="715"/>
            </a:lvl3pPr>
            <a:lvl4pPr marL="540385" indent="0" algn="ctr">
              <a:buNone/>
              <a:defRPr sz="630"/>
            </a:lvl4pPr>
            <a:lvl5pPr marL="721360" indent="0" algn="ctr">
              <a:buNone/>
              <a:defRPr sz="630"/>
            </a:lvl5pPr>
            <a:lvl6pPr marL="901700" indent="0" algn="ctr">
              <a:buNone/>
              <a:defRPr sz="630"/>
            </a:lvl6pPr>
            <a:lvl7pPr marL="1080770" indent="0" algn="ctr">
              <a:buNone/>
              <a:defRPr sz="630"/>
            </a:lvl7pPr>
            <a:lvl8pPr marL="1261745" indent="0" algn="ctr">
              <a:buNone/>
              <a:defRPr sz="630"/>
            </a:lvl8pPr>
            <a:lvl9pPr marL="1441450" indent="0" algn="ctr">
              <a:buNone/>
              <a:defRPr sz="63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6250" y="989392"/>
            <a:ext cx="3112917" cy="1650824"/>
          </a:xfrm>
        </p:spPr>
        <p:txBody>
          <a:bodyPr anchor="b"/>
          <a:lstStyle>
            <a:lvl1pPr>
              <a:defRPr sz="237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46250" y="2655833"/>
            <a:ext cx="3112917" cy="86812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1pPr>
            <a:lvl2pPr marL="180340" indent="0">
              <a:buNone/>
              <a:defRPr sz="790">
                <a:solidFill>
                  <a:schemeClr val="tx1">
                    <a:tint val="75000"/>
                  </a:schemeClr>
                </a:solidFill>
              </a:defRPr>
            </a:lvl2pPr>
            <a:lvl3pPr marL="360045" indent="0">
              <a:buNone/>
              <a:defRPr sz="715">
                <a:solidFill>
                  <a:schemeClr val="tx1">
                    <a:tint val="75000"/>
                  </a:schemeClr>
                </a:solidFill>
              </a:defRPr>
            </a:lvl3pPr>
            <a:lvl4pPr marL="540385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4pPr>
            <a:lvl5pPr marL="72136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5pPr>
            <a:lvl6pPr marL="90170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6pPr>
            <a:lvl7pPr marL="108077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7pPr>
            <a:lvl8pPr marL="1261745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8pPr>
            <a:lvl9pPr marL="144145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248131" y="1056454"/>
            <a:ext cx="1533902" cy="251803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827146" y="1056454"/>
            <a:ext cx="1533902" cy="251803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8602" y="211289"/>
            <a:ext cx="3112917" cy="767078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48602" y="972856"/>
            <a:ext cx="1526851" cy="476782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340" indent="0">
              <a:buNone/>
              <a:defRPr sz="790" b="1"/>
            </a:lvl2pPr>
            <a:lvl3pPr marL="360045" indent="0">
              <a:buNone/>
              <a:defRPr sz="715" b="1"/>
            </a:lvl3pPr>
            <a:lvl4pPr marL="540385" indent="0">
              <a:buNone/>
              <a:defRPr sz="630" b="1"/>
            </a:lvl4pPr>
            <a:lvl5pPr marL="721360" indent="0">
              <a:buNone/>
              <a:defRPr sz="630" b="1"/>
            </a:lvl5pPr>
            <a:lvl6pPr marL="901700" indent="0">
              <a:buNone/>
              <a:defRPr sz="630" b="1"/>
            </a:lvl6pPr>
            <a:lvl7pPr marL="1080770" indent="0">
              <a:buNone/>
              <a:defRPr sz="630" b="1"/>
            </a:lvl7pPr>
            <a:lvl8pPr marL="1261745" indent="0">
              <a:buNone/>
              <a:defRPr sz="630" b="1"/>
            </a:lvl8pPr>
            <a:lvl9pPr marL="1441450" indent="0">
              <a:buNone/>
              <a:defRPr sz="63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48602" y="1449638"/>
            <a:ext cx="1526851" cy="213220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1827146" y="972856"/>
            <a:ext cx="1534370" cy="476782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340" indent="0">
              <a:buNone/>
              <a:defRPr sz="790" b="1"/>
            </a:lvl2pPr>
            <a:lvl3pPr marL="360045" indent="0">
              <a:buNone/>
              <a:defRPr sz="715" b="1"/>
            </a:lvl3pPr>
            <a:lvl4pPr marL="540385" indent="0">
              <a:buNone/>
              <a:defRPr sz="630" b="1"/>
            </a:lvl4pPr>
            <a:lvl5pPr marL="721360" indent="0">
              <a:buNone/>
              <a:defRPr sz="630" b="1"/>
            </a:lvl5pPr>
            <a:lvl6pPr marL="901700" indent="0">
              <a:buNone/>
              <a:defRPr sz="630" b="1"/>
            </a:lvl6pPr>
            <a:lvl7pPr marL="1080770" indent="0">
              <a:buNone/>
              <a:defRPr sz="630" b="1"/>
            </a:lvl7pPr>
            <a:lvl8pPr marL="1261745" indent="0">
              <a:buNone/>
              <a:defRPr sz="630" b="1"/>
            </a:lvl8pPr>
            <a:lvl9pPr marL="1441450" indent="0">
              <a:buNone/>
              <a:defRPr sz="63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1827146" y="1449638"/>
            <a:ext cx="1534370" cy="213220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8602" y="264574"/>
            <a:ext cx="1164054" cy="926004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534370" y="571404"/>
            <a:ext cx="1827146" cy="2820273"/>
          </a:xfrm>
        </p:spPr>
        <p:txBody>
          <a:bodyPr/>
          <a:lstStyle>
            <a:lvl1pPr>
              <a:defRPr sz="1260"/>
            </a:lvl1pPr>
            <a:lvl2pPr>
              <a:defRPr sz="1110"/>
            </a:lvl2pPr>
            <a:lvl3pPr>
              <a:defRPr sz="945"/>
            </a:lvl3pPr>
            <a:lvl4pPr>
              <a:defRPr sz="790"/>
            </a:lvl4pPr>
            <a:lvl5pPr>
              <a:defRPr sz="790"/>
            </a:lvl5pPr>
            <a:lvl6pPr>
              <a:defRPr sz="790"/>
            </a:lvl6pPr>
            <a:lvl7pPr>
              <a:defRPr sz="790"/>
            </a:lvl7pPr>
            <a:lvl8pPr>
              <a:defRPr sz="790"/>
            </a:lvl8pPr>
            <a:lvl9pPr>
              <a:defRPr sz="79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48602" y="1190577"/>
            <a:ext cx="1164054" cy="2205694"/>
          </a:xfrm>
        </p:spPr>
        <p:txBody>
          <a:bodyPr/>
          <a:lstStyle>
            <a:lvl1pPr marL="0" indent="0">
              <a:buNone/>
              <a:defRPr sz="630"/>
            </a:lvl1pPr>
            <a:lvl2pPr marL="180340" indent="0">
              <a:buNone/>
              <a:defRPr sz="555"/>
            </a:lvl2pPr>
            <a:lvl3pPr marL="360045" indent="0">
              <a:buNone/>
              <a:defRPr sz="475"/>
            </a:lvl3pPr>
            <a:lvl4pPr marL="540385" indent="0">
              <a:buNone/>
              <a:defRPr sz="400"/>
            </a:lvl4pPr>
            <a:lvl5pPr marL="721360" indent="0">
              <a:buNone/>
              <a:defRPr sz="400"/>
            </a:lvl5pPr>
            <a:lvl6pPr marL="901700" indent="0">
              <a:buNone/>
              <a:defRPr sz="400"/>
            </a:lvl6pPr>
            <a:lvl7pPr marL="1080770" indent="0">
              <a:buNone/>
              <a:defRPr sz="400"/>
            </a:lvl7pPr>
            <a:lvl8pPr marL="1261745" indent="0">
              <a:buNone/>
              <a:defRPr sz="400"/>
            </a:lvl8pPr>
            <a:lvl9pPr marL="1441450" indent="0">
              <a:buNone/>
              <a:defRPr sz="4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8602" y="264574"/>
            <a:ext cx="1164054" cy="926004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534370" y="571404"/>
            <a:ext cx="1827146" cy="2820273"/>
          </a:xfrm>
        </p:spPr>
        <p:txBody>
          <a:bodyPr/>
          <a:lstStyle>
            <a:lvl1pPr marL="0" indent="0">
              <a:buNone/>
              <a:defRPr sz="1260"/>
            </a:lvl1pPr>
            <a:lvl2pPr marL="180340" indent="0">
              <a:buNone/>
              <a:defRPr sz="1110"/>
            </a:lvl2pPr>
            <a:lvl3pPr marL="360045" indent="0">
              <a:buNone/>
              <a:defRPr sz="945"/>
            </a:lvl3pPr>
            <a:lvl4pPr marL="540385" indent="0">
              <a:buNone/>
              <a:defRPr sz="790"/>
            </a:lvl4pPr>
            <a:lvl5pPr marL="721360" indent="0">
              <a:buNone/>
              <a:defRPr sz="790"/>
            </a:lvl5pPr>
            <a:lvl6pPr marL="901700" indent="0">
              <a:buNone/>
              <a:defRPr sz="790"/>
            </a:lvl6pPr>
            <a:lvl7pPr marL="1080770" indent="0">
              <a:buNone/>
              <a:defRPr sz="790"/>
            </a:lvl7pPr>
            <a:lvl8pPr marL="1261745" indent="0">
              <a:buNone/>
              <a:defRPr sz="790"/>
            </a:lvl8pPr>
            <a:lvl9pPr marL="1441450" indent="0">
              <a:buNone/>
              <a:defRPr sz="79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48602" y="1190577"/>
            <a:ext cx="1164054" cy="2205694"/>
          </a:xfrm>
        </p:spPr>
        <p:txBody>
          <a:bodyPr/>
          <a:lstStyle>
            <a:lvl1pPr marL="0" indent="0">
              <a:buNone/>
              <a:defRPr sz="630"/>
            </a:lvl1pPr>
            <a:lvl2pPr marL="180340" indent="0">
              <a:buNone/>
              <a:defRPr sz="555"/>
            </a:lvl2pPr>
            <a:lvl3pPr marL="360045" indent="0">
              <a:buNone/>
              <a:defRPr sz="475"/>
            </a:lvl3pPr>
            <a:lvl4pPr marL="540385" indent="0">
              <a:buNone/>
              <a:defRPr sz="400"/>
            </a:lvl4pPr>
            <a:lvl5pPr marL="721360" indent="0">
              <a:buNone/>
              <a:defRPr sz="400"/>
            </a:lvl5pPr>
            <a:lvl6pPr marL="901700" indent="0">
              <a:buNone/>
              <a:defRPr sz="400"/>
            </a:lvl6pPr>
            <a:lvl7pPr marL="1080770" indent="0">
              <a:buNone/>
              <a:defRPr sz="400"/>
            </a:lvl7pPr>
            <a:lvl8pPr marL="1261745" indent="0">
              <a:buNone/>
              <a:defRPr sz="400"/>
            </a:lvl8pPr>
            <a:lvl9pPr marL="1441450" indent="0">
              <a:buNone/>
              <a:defRPr sz="4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2582818" y="211289"/>
            <a:ext cx="778228" cy="3363200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48131" y="211289"/>
            <a:ext cx="2289572" cy="3363200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248131" y="211289"/>
            <a:ext cx="3112917" cy="767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48131" y="1056454"/>
            <a:ext cx="3112917" cy="25180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248131" y="3678297"/>
            <a:ext cx="812064" cy="211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195540" y="3678297"/>
            <a:ext cx="1218098" cy="211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2548984" y="3678297"/>
            <a:ext cx="812064" cy="211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60045" rtl="0" eaLnBrk="1" latinLnBrk="0" hangingPunct="1">
        <a:lnSpc>
          <a:spcPct val="90000"/>
        </a:lnSpc>
        <a:spcBef>
          <a:spcPct val="0"/>
        </a:spcBef>
        <a:buNone/>
        <a:defRPr sz="17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805" indent="-90805" algn="l" defTabSz="360045" rtl="0" eaLnBrk="1" latinLnBrk="0" hangingPunct="1">
        <a:lnSpc>
          <a:spcPct val="90000"/>
        </a:lnSpc>
        <a:spcBef>
          <a:spcPct val="78000"/>
        </a:spcBef>
        <a:buFont typeface="Arial" panose="020B0604020202020204" pitchFamily="34" charset="0"/>
        <a:buChar char="•"/>
        <a:defRPr sz="1110" kern="1200">
          <a:solidFill>
            <a:schemeClr val="tx1"/>
          </a:solidFill>
          <a:latin typeface="+mn-lt"/>
          <a:ea typeface="+mn-ea"/>
          <a:cs typeface="+mn-cs"/>
        </a:defRPr>
      </a:lvl1pPr>
      <a:lvl2pPr marL="27051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1485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90" kern="1200">
          <a:solidFill>
            <a:schemeClr val="tx1"/>
          </a:solidFill>
          <a:latin typeface="+mn-lt"/>
          <a:ea typeface="+mn-ea"/>
          <a:cs typeface="+mn-cs"/>
        </a:defRPr>
      </a:lvl3pPr>
      <a:lvl4pPr marL="63119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4pPr>
      <a:lvl5pPr marL="81153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5pPr>
      <a:lvl6pPr marL="989965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6pPr>
      <a:lvl7pPr marL="117094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7pPr>
      <a:lvl8pPr marL="1351915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8pPr>
      <a:lvl9pPr marL="153289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1pPr>
      <a:lvl2pPr marL="18034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2pPr>
      <a:lvl3pPr marL="360045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3pPr>
      <a:lvl4pPr marL="540385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4pPr>
      <a:lvl5pPr marL="72136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5pPr>
      <a:lvl6pPr marL="90170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6pPr>
      <a:lvl7pPr marL="108077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7pPr>
      <a:lvl8pPr marL="1261745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8pPr>
      <a:lvl9pPr marL="144145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2.emf"/><Relationship Id="rId1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图片 7" descr="Figure 5(b)"/>
          <p:cNvPicPr>
            <a:picLocks noChangeAspect="1"/>
          </p:cNvPicPr>
          <p:nvPr/>
        </p:nvPicPr>
        <p:blipFill>
          <a:blip r:embed="rId1"/>
          <a:srcRect l="9314" t="4319" r="15117" b="6438"/>
          <a:stretch>
            <a:fillRect/>
          </a:stretch>
        </p:blipFill>
        <p:spPr>
          <a:xfrm>
            <a:off x="116205" y="2091690"/>
            <a:ext cx="3420000" cy="1748319"/>
          </a:xfrm>
          <a:prstGeom prst="rect">
            <a:avLst/>
          </a:prstGeom>
        </p:spPr>
      </p:pic>
      <p:pic>
        <p:nvPicPr>
          <p:cNvPr id="5" name="图片 4" descr="Figure 5(a)"/>
          <p:cNvPicPr>
            <a:picLocks noChangeAspect="1"/>
          </p:cNvPicPr>
          <p:nvPr/>
        </p:nvPicPr>
        <p:blipFill>
          <a:blip r:embed="rId2"/>
          <a:srcRect l="9173" t="4290" r="15100" b="6394"/>
          <a:stretch>
            <a:fillRect/>
          </a:stretch>
        </p:blipFill>
        <p:spPr>
          <a:xfrm>
            <a:off x="109855" y="279400"/>
            <a:ext cx="3420000" cy="1758197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128270" y="18415"/>
            <a:ext cx="2744470" cy="260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1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Taukim Xu, et.al. Figure 5. </a:t>
            </a:r>
            <a:endParaRPr lang="en-US" altLang="zh-CN" sz="11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6" name="文本框 5"/>
          <p:cNvSpPr txBox="1"/>
          <p:nvPr>
            <p:custDataLst>
              <p:tags r:id="rId3"/>
            </p:custDataLst>
          </p:nvPr>
        </p:nvSpPr>
        <p:spPr>
          <a:xfrm>
            <a:off x="42232" y="178499"/>
            <a:ext cx="136940" cy="357176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000" b="1">
                <a:latin typeface="Times New Roman" panose="02020603050405020304" charset="0"/>
                <a:cs typeface="Times New Roman" panose="02020603050405020304" charset="0"/>
              </a:rPr>
              <a:t>a</a:t>
            </a:r>
            <a:endParaRPr lang="en-US" altLang="zh-CN" sz="10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4"/>
            </p:custDataLst>
          </p:nvPr>
        </p:nvSpPr>
        <p:spPr>
          <a:xfrm>
            <a:off x="55567" y="1987614"/>
            <a:ext cx="136940" cy="357176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000" b="1">
                <a:latin typeface="Times New Roman" panose="02020603050405020304" charset="0"/>
                <a:cs typeface="Times New Roman" panose="02020603050405020304" charset="0"/>
              </a:rPr>
              <a:t>b</a:t>
            </a:r>
            <a:endParaRPr lang="en-US" altLang="zh-CN" sz="1000" b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6.04847722091074,&quot;left&quot;:1.160594684270424,&quot;top&quot;:-39.1702698234498,&quot;width&quot;:391.95270640215534}"/>
</p:tagLst>
</file>

<file path=ppt/tags/tag2.xml><?xml version="1.0" encoding="utf-8"?>
<p:tagLst xmlns:p="http://schemas.openxmlformats.org/presentationml/2006/main">
  <p:tag name="KSO_WM_DIAGRAM_VIRTUALLY_FRAME" val="{&quot;height&quot;:346.04847722091074,&quot;left&quot;:1.160594684270424,&quot;top&quot;:-39.1702698234498,&quot;width&quot;:391.95270640215534}"/>
</p:tagLst>
</file>

<file path=ppt/tags/tag3.xml><?xml version="1.0" encoding="utf-8"?>
<p:tagLst xmlns:p="http://schemas.openxmlformats.org/presentationml/2006/main">
  <p:tag name="commondata" val="eyJoZGlkIjoiMWU4NTYwNDRjODQ2YTFjZWMxNzg1ZTdjYzJmZWI4OG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</Words>
  <Application>WPS 演示</Application>
  <PresentationFormat>宽屏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taojin xu</dc:creator>
  <cp:lastModifiedBy>Taukim Xu-じょ　とうきん</cp:lastModifiedBy>
  <cp:revision>144</cp:revision>
  <dcterms:created xsi:type="dcterms:W3CDTF">2023-08-09T12:44:00Z</dcterms:created>
  <dcterms:modified xsi:type="dcterms:W3CDTF">2025-12-31T09:01:13Z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2052-12.1.0.24034</vt:lpwstr>
  </property>
</Properties>
</file>
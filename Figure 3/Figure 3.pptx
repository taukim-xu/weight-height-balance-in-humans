
<file path=[Content_Types].xml><?xml version="1.0" encoding="utf-8"?>
<Types xmlns="http://schemas.openxmlformats.org/package/2006/content-types">
  <Default Extension="jpeg" ContentType="image/jpeg"/>
  <Default Extension="JPG" ContentType="image/.jp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7739380" cy="4319905"/>
  <p:notesSz cx="6858000" cy="9144000"/>
  <p:custDataLst>
    <p:tags r:id="rId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gs" Target="tags/tag4.xml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69514" y="708361"/>
            <a:ext cx="5817069" cy="1506893"/>
          </a:xfrm>
        </p:spPr>
        <p:txBody>
          <a:bodyPr anchor="b"/>
          <a:lstStyle>
            <a:lvl1pPr algn="ctr">
              <a:defRPr sz="379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969514" y="2273366"/>
            <a:ext cx="5817069" cy="1045004"/>
          </a:xfrm>
        </p:spPr>
        <p:txBody>
          <a:bodyPr/>
          <a:lstStyle>
            <a:lvl1pPr marL="0" indent="0" algn="ctr">
              <a:buNone/>
              <a:defRPr sz="1515"/>
            </a:lvl1pPr>
            <a:lvl2pPr marL="288290" indent="0" algn="ctr">
              <a:buNone/>
              <a:defRPr sz="1270"/>
            </a:lvl2pPr>
            <a:lvl3pPr marL="575945" indent="0" algn="ctr">
              <a:buNone/>
              <a:defRPr sz="1140"/>
            </a:lvl3pPr>
            <a:lvl4pPr marL="865505" indent="0" algn="ctr">
              <a:buNone/>
              <a:defRPr sz="1005"/>
            </a:lvl4pPr>
            <a:lvl5pPr marL="1154430" indent="0" algn="ctr">
              <a:buNone/>
              <a:defRPr sz="1005"/>
            </a:lvl5pPr>
            <a:lvl6pPr marL="1442085" indent="0" algn="ctr">
              <a:buNone/>
              <a:defRPr sz="1005"/>
            </a:lvl6pPr>
            <a:lvl7pPr marL="1729105" indent="0" algn="ctr">
              <a:buNone/>
              <a:defRPr sz="1005"/>
            </a:lvl7pPr>
            <a:lvl8pPr marL="2019300" indent="0" algn="ctr">
              <a:buNone/>
              <a:defRPr sz="1005"/>
            </a:lvl8pPr>
            <a:lvl9pPr marL="2305685" indent="0" algn="ctr">
              <a:buNone/>
              <a:defRPr sz="1005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29190" y="1079072"/>
            <a:ext cx="6689630" cy="1800456"/>
          </a:xfrm>
        </p:spPr>
        <p:txBody>
          <a:bodyPr anchor="b"/>
          <a:lstStyle>
            <a:lvl1pPr>
              <a:defRPr sz="379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29190" y="2896561"/>
            <a:ext cx="6689630" cy="946817"/>
          </a:xfrm>
        </p:spPr>
        <p:txBody>
          <a:bodyPr/>
          <a:lstStyle>
            <a:lvl1pPr marL="0" indent="0">
              <a:buNone/>
              <a:defRPr sz="1515">
                <a:solidFill>
                  <a:schemeClr val="tx1">
                    <a:tint val="75000"/>
                  </a:schemeClr>
                </a:solidFill>
              </a:defRPr>
            </a:lvl1pPr>
            <a:lvl2pPr marL="288290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2pPr>
            <a:lvl3pPr marL="575945" indent="0">
              <a:buNone/>
              <a:defRPr sz="1140">
                <a:solidFill>
                  <a:schemeClr val="tx1">
                    <a:tint val="75000"/>
                  </a:schemeClr>
                </a:solidFill>
              </a:defRPr>
            </a:lvl3pPr>
            <a:lvl4pPr marL="865505" indent="0">
              <a:buNone/>
              <a:defRPr sz="1005">
                <a:solidFill>
                  <a:schemeClr val="tx1">
                    <a:tint val="75000"/>
                  </a:schemeClr>
                </a:solidFill>
              </a:defRPr>
            </a:lvl4pPr>
            <a:lvl5pPr marL="1154430" indent="0">
              <a:buNone/>
              <a:defRPr sz="1005">
                <a:solidFill>
                  <a:schemeClr val="tx1">
                    <a:tint val="75000"/>
                  </a:schemeClr>
                </a:solidFill>
              </a:defRPr>
            </a:lvl5pPr>
            <a:lvl6pPr marL="1442085" indent="0">
              <a:buNone/>
              <a:defRPr sz="1005">
                <a:solidFill>
                  <a:schemeClr val="tx1">
                    <a:tint val="75000"/>
                  </a:schemeClr>
                </a:solidFill>
              </a:defRPr>
            </a:lvl6pPr>
            <a:lvl7pPr marL="1729105" indent="0">
              <a:buNone/>
              <a:defRPr sz="1005">
                <a:solidFill>
                  <a:schemeClr val="tx1">
                    <a:tint val="75000"/>
                  </a:schemeClr>
                </a:solidFill>
              </a:defRPr>
            </a:lvl7pPr>
            <a:lvl8pPr marL="2019300" indent="0">
              <a:buNone/>
              <a:defRPr sz="1005">
                <a:solidFill>
                  <a:schemeClr val="tx1">
                    <a:tint val="75000"/>
                  </a:schemeClr>
                </a:solidFill>
              </a:defRPr>
            </a:lvl8pPr>
            <a:lvl9pPr marL="2305685" indent="0">
              <a:buNone/>
              <a:defRPr sz="100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533231" y="1152212"/>
            <a:ext cx="3296340" cy="2746274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926523" y="1152212"/>
            <a:ext cx="3296340" cy="2746274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34241" y="230442"/>
            <a:ext cx="6689630" cy="836607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34241" y="1061039"/>
            <a:ext cx="3281191" cy="519997"/>
          </a:xfrm>
        </p:spPr>
        <p:txBody>
          <a:bodyPr anchor="b"/>
          <a:lstStyle>
            <a:lvl1pPr marL="0" indent="0">
              <a:buNone/>
              <a:defRPr sz="1515" b="1"/>
            </a:lvl1pPr>
            <a:lvl2pPr marL="288290" indent="0">
              <a:buNone/>
              <a:defRPr sz="1270" b="1"/>
            </a:lvl2pPr>
            <a:lvl3pPr marL="575945" indent="0">
              <a:buNone/>
              <a:defRPr sz="1140" b="1"/>
            </a:lvl3pPr>
            <a:lvl4pPr marL="865505" indent="0">
              <a:buNone/>
              <a:defRPr sz="1005" b="1"/>
            </a:lvl4pPr>
            <a:lvl5pPr marL="1154430" indent="0">
              <a:buNone/>
              <a:defRPr sz="1005" b="1"/>
            </a:lvl5pPr>
            <a:lvl6pPr marL="1442085" indent="0">
              <a:buNone/>
              <a:defRPr sz="1005" b="1"/>
            </a:lvl6pPr>
            <a:lvl7pPr marL="1729105" indent="0">
              <a:buNone/>
              <a:defRPr sz="1005" b="1"/>
            </a:lvl7pPr>
            <a:lvl8pPr marL="2019300" indent="0">
              <a:buNone/>
              <a:defRPr sz="1005" b="1"/>
            </a:lvl8pPr>
            <a:lvl9pPr marL="2305685" indent="0">
              <a:buNone/>
              <a:defRPr sz="100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34241" y="1581036"/>
            <a:ext cx="3281191" cy="232546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3926523" y="1061039"/>
            <a:ext cx="3297348" cy="519997"/>
          </a:xfrm>
        </p:spPr>
        <p:txBody>
          <a:bodyPr anchor="b"/>
          <a:lstStyle>
            <a:lvl1pPr marL="0" indent="0">
              <a:buNone/>
              <a:defRPr sz="1515" b="1"/>
            </a:lvl1pPr>
            <a:lvl2pPr marL="288290" indent="0">
              <a:buNone/>
              <a:defRPr sz="1270" b="1"/>
            </a:lvl2pPr>
            <a:lvl3pPr marL="575945" indent="0">
              <a:buNone/>
              <a:defRPr sz="1140" b="1"/>
            </a:lvl3pPr>
            <a:lvl4pPr marL="865505" indent="0">
              <a:buNone/>
              <a:defRPr sz="1005" b="1"/>
            </a:lvl4pPr>
            <a:lvl5pPr marL="1154430" indent="0">
              <a:buNone/>
              <a:defRPr sz="1005" b="1"/>
            </a:lvl5pPr>
            <a:lvl6pPr marL="1442085" indent="0">
              <a:buNone/>
              <a:defRPr sz="1005" b="1"/>
            </a:lvl6pPr>
            <a:lvl7pPr marL="1729105" indent="0">
              <a:buNone/>
              <a:defRPr sz="1005" b="1"/>
            </a:lvl7pPr>
            <a:lvl8pPr marL="2019300" indent="0">
              <a:buNone/>
              <a:defRPr sz="1005" b="1"/>
            </a:lvl8pPr>
            <a:lvl9pPr marL="2305685" indent="0">
              <a:buNone/>
              <a:defRPr sz="100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3926523" y="1581036"/>
            <a:ext cx="3297348" cy="232546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34241" y="288555"/>
            <a:ext cx="2501540" cy="1009939"/>
          </a:xfrm>
        </p:spPr>
        <p:txBody>
          <a:bodyPr anchor="b"/>
          <a:lstStyle>
            <a:lvl1pPr>
              <a:defRPr sz="201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297348" y="623197"/>
            <a:ext cx="3926523" cy="3075906"/>
          </a:xfrm>
        </p:spPr>
        <p:txBody>
          <a:bodyPr/>
          <a:lstStyle>
            <a:lvl1pPr>
              <a:defRPr sz="2015"/>
            </a:lvl1pPr>
            <a:lvl2pPr>
              <a:defRPr sz="1775"/>
            </a:lvl2pPr>
            <a:lvl3pPr>
              <a:defRPr sz="1515"/>
            </a:lvl3pPr>
            <a:lvl4pPr>
              <a:defRPr sz="1270"/>
            </a:lvl4pPr>
            <a:lvl5pPr>
              <a:defRPr sz="1270"/>
            </a:lvl5pPr>
            <a:lvl6pPr>
              <a:defRPr sz="1270"/>
            </a:lvl6pPr>
            <a:lvl7pPr>
              <a:defRPr sz="1270"/>
            </a:lvl7pPr>
            <a:lvl8pPr>
              <a:defRPr sz="1270"/>
            </a:lvl8pPr>
            <a:lvl9pPr>
              <a:defRPr sz="127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34241" y="1298494"/>
            <a:ext cx="2501540" cy="2405621"/>
          </a:xfrm>
        </p:spPr>
        <p:txBody>
          <a:bodyPr/>
          <a:lstStyle>
            <a:lvl1pPr marL="0" indent="0">
              <a:buNone/>
              <a:defRPr sz="1005"/>
            </a:lvl1pPr>
            <a:lvl2pPr marL="288290" indent="0">
              <a:buNone/>
              <a:defRPr sz="885"/>
            </a:lvl2pPr>
            <a:lvl3pPr marL="575945" indent="0">
              <a:buNone/>
              <a:defRPr sz="755"/>
            </a:lvl3pPr>
            <a:lvl4pPr marL="865505" indent="0">
              <a:buNone/>
              <a:defRPr sz="635"/>
            </a:lvl4pPr>
            <a:lvl5pPr marL="1154430" indent="0">
              <a:buNone/>
              <a:defRPr sz="635"/>
            </a:lvl5pPr>
            <a:lvl6pPr marL="1442085" indent="0">
              <a:buNone/>
              <a:defRPr sz="635"/>
            </a:lvl6pPr>
            <a:lvl7pPr marL="1729105" indent="0">
              <a:buNone/>
              <a:defRPr sz="635"/>
            </a:lvl7pPr>
            <a:lvl8pPr marL="2019300" indent="0">
              <a:buNone/>
              <a:defRPr sz="635"/>
            </a:lvl8pPr>
            <a:lvl9pPr marL="2305685" indent="0">
              <a:buNone/>
              <a:defRPr sz="63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34241" y="288555"/>
            <a:ext cx="2501540" cy="1009939"/>
          </a:xfrm>
        </p:spPr>
        <p:txBody>
          <a:bodyPr anchor="b"/>
          <a:lstStyle>
            <a:lvl1pPr>
              <a:defRPr sz="201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297348" y="623197"/>
            <a:ext cx="3926523" cy="3075906"/>
          </a:xfrm>
        </p:spPr>
        <p:txBody>
          <a:bodyPr/>
          <a:lstStyle>
            <a:lvl1pPr marL="0" indent="0">
              <a:buNone/>
              <a:defRPr sz="2015"/>
            </a:lvl1pPr>
            <a:lvl2pPr marL="288290" indent="0">
              <a:buNone/>
              <a:defRPr sz="1775"/>
            </a:lvl2pPr>
            <a:lvl3pPr marL="575945" indent="0">
              <a:buNone/>
              <a:defRPr sz="1515"/>
            </a:lvl3pPr>
            <a:lvl4pPr marL="865505" indent="0">
              <a:buNone/>
              <a:defRPr sz="1270"/>
            </a:lvl4pPr>
            <a:lvl5pPr marL="1154430" indent="0">
              <a:buNone/>
              <a:defRPr sz="1270"/>
            </a:lvl5pPr>
            <a:lvl6pPr marL="1442085" indent="0">
              <a:buNone/>
              <a:defRPr sz="1270"/>
            </a:lvl6pPr>
            <a:lvl7pPr marL="1729105" indent="0">
              <a:buNone/>
              <a:defRPr sz="1270"/>
            </a:lvl7pPr>
            <a:lvl8pPr marL="2019300" indent="0">
              <a:buNone/>
              <a:defRPr sz="1270"/>
            </a:lvl8pPr>
            <a:lvl9pPr marL="2305685" indent="0">
              <a:buNone/>
              <a:defRPr sz="127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34241" y="1298494"/>
            <a:ext cx="2501540" cy="2405621"/>
          </a:xfrm>
        </p:spPr>
        <p:txBody>
          <a:bodyPr/>
          <a:lstStyle>
            <a:lvl1pPr marL="0" indent="0">
              <a:buNone/>
              <a:defRPr sz="1005"/>
            </a:lvl1pPr>
            <a:lvl2pPr marL="288290" indent="0">
              <a:buNone/>
              <a:defRPr sz="885"/>
            </a:lvl2pPr>
            <a:lvl3pPr marL="575945" indent="0">
              <a:buNone/>
              <a:defRPr sz="755"/>
            </a:lvl3pPr>
            <a:lvl4pPr marL="865505" indent="0">
              <a:buNone/>
              <a:defRPr sz="635"/>
            </a:lvl4pPr>
            <a:lvl5pPr marL="1154430" indent="0">
              <a:buNone/>
              <a:defRPr sz="635"/>
            </a:lvl5pPr>
            <a:lvl6pPr marL="1442085" indent="0">
              <a:buNone/>
              <a:defRPr sz="635"/>
            </a:lvl6pPr>
            <a:lvl7pPr marL="1729105" indent="0">
              <a:buNone/>
              <a:defRPr sz="635"/>
            </a:lvl7pPr>
            <a:lvl8pPr marL="2019300" indent="0">
              <a:buNone/>
              <a:defRPr sz="635"/>
            </a:lvl8pPr>
            <a:lvl9pPr marL="2305685" indent="0">
              <a:buNone/>
              <a:defRPr sz="63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5550454" y="230442"/>
            <a:ext cx="1672407" cy="3668044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33231" y="230442"/>
            <a:ext cx="4920273" cy="3668044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533231" y="230442"/>
            <a:ext cx="6689630" cy="8366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33231" y="1152212"/>
            <a:ext cx="6689630" cy="27462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533231" y="4011703"/>
            <a:ext cx="1745118" cy="2304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569205" y="4011703"/>
            <a:ext cx="2617681" cy="2304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477742" y="4011703"/>
            <a:ext cx="1745118" cy="2304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575945" rtl="0" eaLnBrk="1" latinLnBrk="0" hangingPunct="1">
        <a:lnSpc>
          <a:spcPct val="90000"/>
        </a:lnSpc>
        <a:spcBef>
          <a:spcPct val="0"/>
        </a:spcBef>
        <a:buNone/>
        <a:defRPr sz="27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4780" indent="-144780" algn="l" defTabSz="575945" rtl="0" eaLnBrk="1" latinLnBrk="0" hangingPunct="1">
        <a:lnSpc>
          <a:spcPct val="90000"/>
        </a:lnSpc>
        <a:spcBef>
          <a:spcPts val="620"/>
        </a:spcBef>
        <a:buFont typeface="Arial" panose="020B0604020202020204" pitchFamily="34" charset="0"/>
        <a:buChar char="•"/>
        <a:defRPr sz="1775" kern="1200">
          <a:solidFill>
            <a:schemeClr val="tx1"/>
          </a:solidFill>
          <a:latin typeface="+mn-lt"/>
          <a:ea typeface="+mn-ea"/>
          <a:cs typeface="+mn-cs"/>
        </a:defRPr>
      </a:lvl1pPr>
      <a:lvl2pPr marL="432435" indent="-144780" algn="l" defTabSz="575945" rtl="0" eaLnBrk="1" latinLnBrk="0" hangingPunct="1">
        <a:lnSpc>
          <a:spcPct val="90000"/>
        </a:lnSpc>
        <a:spcBef>
          <a:spcPct val="62000"/>
        </a:spcBef>
        <a:buFont typeface="Arial" panose="020B0604020202020204" pitchFamily="34" charset="0"/>
        <a:buChar char="•"/>
        <a:defRPr sz="1515" kern="1200">
          <a:solidFill>
            <a:schemeClr val="tx1"/>
          </a:solidFill>
          <a:latin typeface="+mn-lt"/>
          <a:ea typeface="+mn-ea"/>
          <a:cs typeface="+mn-cs"/>
        </a:defRPr>
      </a:lvl2pPr>
      <a:lvl3pPr marL="721360" indent="-144780" algn="l" defTabSz="575945" rtl="0" eaLnBrk="1" latinLnBrk="0" hangingPunct="1">
        <a:lnSpc>
          <a:spcPct val="90000"/>
        </a:lnSpc>
        <a:spcBef>
          <a:spcPct val="62000"/>
        </a:spcBef>
        <a:buFont typeface="Arial" panose="020B0604020202020204" pitchFamily="34" charset="0"/>
        <a:buChar char="•"/>
        <a:defRPr sz="1270" kern="1200">
          <a:solidFill>
            <a:schemeClr val="tx1"/>
          </a:solidFill>
          <a:latin typeface="+mn-lt"/>
          <a:ea typeface="+mn-ea"/>
          <a:cs typeface="+mn-cs"/>
        </a:defRPr>
      </a:lvl3pPr>
      <a:lvl4pPr marL="1010920" indent="-144780" algn="l" defTabSz="575945" rtl="0" eaLnBrk="1" latinLnBrk="0" hangingPunct="1">
        <a:lnSpc>
          <a:spcPct val="90000"/>
        </a:lnSpc>
        <a:spcBef>
          <a:spcPct val="62000"/>
        </a:spcBef>
        <a:buFont typeface="Arial" panose="020B0604020202020204" pitchFamily="34" charset="0"/>
        <a:buChar char="•"/>
        <a:defRPr sz="1140" kern="1200">
          <a:solidFill>
            <a:schemeClr val="tx1"/>
          </a:solidFill>
          <a:latin typeface="+mn-lt"/>
          <a:ea typeface="+mn-ea"/>
          <a:cs typeface="+mn-cs"/>
        </a:defRPr>
      </a:lvl4pPr>
      <a:lvl5pPr marL="1298575" indent="-144780" algn="l" defTabSz="575945" rtl="0" eaLnBrk="1" latinLnBrk="0" hangingPunct="1">
        <a:lnSpc>
          <a:spcPct val="90000"/>
        </a:lnSpc>
        <a:spcBef>
          <a:spcPct val="62000"/>
        </a:spcBef>
        <a:buFont typeface="Arial" panose="020B0604020202020204" pitchFamily="34" charset="0"/>
        <a:buChar char="•"/>
        <a:defRPr sz="1140" kern="1200">
          <a:solidFill>
            <a:schemeClr val="tx1"/>
          </a:solidFill>
          <a:latin typeface="+mn-lt"/>
          <a:ea typeface="+mn-ea"/>
          <a:cs typeface="+mn-cs"/>
        </a:defRPr>
      </a:lvl5pPr>
      <a:lvl6pPr marL="1584325" indent="-144780" algn="l" defTabSz="575945" rtl="0" eaLnBrk="1" latinLnBrk="0" hangingPunct="1">
        <a:lnSpc>
          <a:spcPct val="90000"/>
        </a:lnSpc>
        <a:spcBef>
          <a:spcPct val="62000"/>
        </a:spcBef>
        <a:buFont typeface="Arial" panose="020B0604020202020204" pitchFamily="34" charset="0"/>
        <a:buChar char="•"/>
        <a:defRPr sz="1140" kern="1200">
          <a:solidFill>
            <a:schemeClr val="tx1"/>
          </a:solidFill>
          <a:latin typeface="+mn-lt"/>
          <a:ea typeface="+mn-ea"/>
          <a:cs typeface="+mn-cs"/>
        </a:defRPr>
      </a:lvl6pPr>
      <a:lvl7pPr marL="1874520" indent="-144780" algn="l" defTabSz="575945" rtl="0" eaLnBrk="1" latinLnBrk="0" hangingPunct="1">
        <a:lnSpc>
          <a:spcPct val="90000"/>
        </a:lnSpc>
        <a:spcBef>
          <a:spcPct val="62000"/>
        </a:spcBef>
        <a:buFont typeface="Arial" panose="020B0604020202020204" pitchFamily="34" charset="0"/>
        <a:buChar char="•"/>
        <a:defRPr sz="1140" kern="1200">
          <a:solidFill>
            <a:schemeClr val="tx1"/>
          </a:solidFill>
          <a:latin typeface="+mn-lt"/>
          <a:ea typeface="+mn-ea"/>
          <a:cs typeface="+mn-cs"/>
        </a:defRPr>
      </a:lvl7pPr>
      <a:lvl8pPr marL="2162810" indent="-144780" algn="l" defTabSz="575945" rtl="0" eaLnBrk="1" latinLnBrk="0" hangingPunct="1">
        <a:lnSpc>
          <a:spcPct val="90000"/>
        </a:lnSpc>
        <a:spcBef>
          <a:spcPct val="62000"/>
        </a:spcBef>
        <a:buFont typeface="Arial" panose="020B0604020202020204" pitchFamily="34" charset="0"/>
        <a:buChar char="•"/>
        <a:defRPr sz="1140" kern="1200">
          <a:solidFill>
            <a:schemeClr val="tx1"/>
          </a:solidFill>
          <a:latin typeface="+mn-lt"/>
          <a:ea typeface="+mn-ea"/>
          <a:cs typeface="+mn-cs"/>
        </a:defRPr>
      </a:lvl8pPr>
      <a:lvl9pPr marL="2453005" indent="-144780" algn="l" defTabSz="575945" rtl="0" eaLnBrk="1" latinLnBrk="0" hangingPunct="1">
        <a:lnSpc>
          <a:spcPct val="90000"/>
        </a:lnSpc>
        <a:spcBef>
          <a:spcPct val="62000"/>
        </a:spcBef>
        <a:buFont typeface="Arial" panose="020B0604020202020204" pitchFamily="34" charset="0"/>
        <a:buChar char="•"/>
        <a:defRPr sz="11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575945" rtl="0" eaLnBrk="1" latinLnBrk="0" hangingPunct="1">
        <a:defRPr sz="1140" kern="1200">
          <a:solidFill>
            <a:schemeClr val="tx1"/>
          </a:solidFill>
          <a:latin typeface="+mn-lt"/>
          <a:ea typeface="+mn-ea"/>
          <a:cs typeface="+mn-cs"/>
        </a:defRPr>
      </a:lvl1pPr>
      <a:lvl2pPr marL="288290" algn="l" defTabSz="575945" rtl="0" eaLnBrk="1" latinLnBrk="0" hangingPunct="1">
        <a:defRPr sz="1140" kern="1200">
          <a:solidFill>
            <a:schemeClr val="tx1"/>
          </a:solidFill>
          <a:latin typeface="+mn-lt"/>
          <a:ea typeface="+mn-ea"/>
          <a:cs typeface="+mn-cs"/>
        </a:defRPr>
      </a:lvl2pPr>
      <a:lvl3pPr marL="575945" algn="l" defTabSz="575945" rtl="0" eaLnBrk="1" latinLnBrk="0" hangingPunct="1">
        <a:defRPr sz="1140" kern="1200">
          <a:solidFill>
            <a:schemeClr val="tx1"/>
          </a:solidFill>
          <a:latin typeface="+mn-lt"/>
          <a:ea typeface="+mn-ea"/>
          <a:cs typeface="+mn-cs"/>
        </a:defRPr>
      </a:lvl3pPr>
      <a:lvl4pPr marL="865505" algn="l" defTabSz="575945" rtl="0" eaLnBrk="1" latinLnBrk="0" hangingPunct="1">
        <a:defRPr sz="1140" kern="1200">
          <a:solidFill>
            <a:schemeClr val="tx1"/>
          </a:solidFill>
          <a:latin typeface="+mn-lt"/>
          <a:ea typeface="+mn-ea"/>
          <a:cs typeface="+mn-cs"/>
        </a:defRPr>
      </a:lvl4pPr>
      <a:lvl5pPr marL="1154430" algn="l" defTabSz="575945" rtl="0" eaLnBrk="1" latinLnBrk="0" hangingPunct="1">
        <a:defRPr sz="1140" kern="1200">
          <a:solidFill>
            <a:schemeClr val="tx1"/>
          </a:solidFill>
          <a:latin typeface="+mn-lt"/>
          <a:ea typeface="+mn-ea"/>
          <a:cs typeface="+mn-cs"/>
        </a:defRPr>
      </a:lvl5pPr>
      <a:lvl6pPr marL="1442085" algn="l" defTabSz="575945" rtl="0" eaLnBrk="1" latinLnBrk="0" hangingPunct="1">
        <a:defRPr sz="1140" kern="1200">
          <a:solidFill>
            <a:schemeClr val="tx1"/>
          </a:solidFill>
          <a:latin typeface="+mn-lt"/>
          <a:ea typeface="+mn-ea"/>
          <a:cs typeface="+mn-cs"/>
        </a:defRPr>
      </a:lvl6pPr>
      <a:lvl7pPr marL="1729105" algn="l" defTabSz="575945" rtl="0" eaLnBrk="1" latinLnBrk="0" hangingPunct="1">
        <a:defRPr sz="1140" kern="1200">
          <a:solidFill>
            <a:schemeClr val="tx1"/>
          </a:solidFill>
          <a:latin typeface="+mn-lt"/>
          <a:ea typeface="+mn-ea"/>
          <a:cs typeface="+mn-cs"/>
        </a:defRPr>
      </a:lvl7pPr>
      <a:lvl8pPr marL="2019300" algn="l" defTabSz="575945" rtl="0" eaLnBrk="1" latinLnBrk="0" hangingPunct="1">
        <a:defRPr sz="1140" kern="1200">
          <a:solidFill>
            <a:schemeClr val="tx1"/>
          </a:solidFill>
          <a:latin typeface="+mn-lt"/>
          <a:ea typeface="+mn-ea"/>
          <a:cs typeface="+mn-cs"/>
        </a:defRPr>
      </a:lvl8pPr>
      <a:lvl9pPr marL="2305685" algn="l" defTabSz="575945" rtl="0" eaLnBrk="1" latinLnBrk="0" hangingPunct="1">
        <a:defRPr sz="11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tags" Target="../tags/tag3.xml"/><Relationship Id="rId5" Type="http://schemas.openxmlformats.org/officeDocument/2006/relationships/tags" Target="../tags/tag2.xml"/><Relationship Id="rId4" Type="http://schemas.openxmlformats.org/officeDocument/2006/relationships/tags" Target="../tags/tag1.xml"/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9" name="图片 8" descr="Figure 3(C)"/>
          <p:cNvPicPr>
            <a:picLocks noChangeAspect="1"/>
          </p:cNvPicPr>
          <p:nvPr/>
        </p:nvPicPr>
        <p:blipFill>
          <a:blip r:embed="rId1"/>
          <a:srcRect l="2825" t="5351" r="8771" b="10644"/>
          <a:stretch>
            <a:fillRect/>
          </a:stretch>
        </p:blipFill>
        <p:spPr>
          <a:xfrm>
            <a:off x="5697855" y="151130"/>
            <a:ext cx="1904661" cy="3312000"/>
          </a:xfrm>
          <a:prstGeom prst="rect">
            <a:avLst/>
          </a:prstGeom>
        </p:spPr>
      </p:pic>
      <p:pic>
        <p:nvPicPr>
          <p:cNvPr id="4" name="图片 3" descr="Figure 3(B)"/>
          <p:cNvPicPr>
            <a:picLocks noChangeAspect="1"/>
          </p:cNvPicPr>
          <p:nvPr/>
        </p:nvPicPr>
        <p:blipFill>
          <a:blip r:embed="rId2"/>
          <a:srcRect t="5641" r="7871" b="4788"/>
          <a:stretch>
            <a:fillRect/>
          </a:stretch>
        </p:blipFill>
        <p:spPr>
          <a:xfrm>
            <a:off x="4535805" y="1810385"/>
            <a:ext cx="1030864" cy="1551600"/>
          </a:xfrm>
          <a:prstGeom prst="rect">
            <a:avLst/>
          </a:prstGeom>
        </p:spPr>
      </p:pic>
      <p:pic>
        <p:nvPicPr>
          <p:cNvPr id="3" name="图片 2" descr="Figure 3(A)"/>
          <p:cNvPicPr>
            <a:picLocks noChangeAspect="1"/>
          </p:cNvPicPr>
          <p:nvPr/>
        </p:nvPicPr>
        <p:blipFill>
          <a:blip r:embed="rId3"/>
          <a:srcRect l="9098" t="5322" r="15678" b="14261"/>
          <a:stretch>
            <a:fillRect/>
          </a:stretch>
        </p:blipFill>
        <p:spPr>
          <a:xfrm>
            <a:off x="159385" y="161290"/>
            <a:ext cx="4270482" cy="3312000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107315" y="3503930"/>
            <a:ext cx="7546340" cy="7861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altLang="zh-CN" sz="1125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Fig. 3. The lower weight limit and upper height limit defined by the hyperbolic constraint.</a:t>
            </a:r>
            <a:r>
              <a:rPr lang="en-US" altLang="zh-CN" sz="1125">
                <a:latin typeface="Times New Roman" panose="02020603050405020304" charset="0"/>
                <a:cs typeface="Times New Roman" panose="02020603050405020304" charset="0"/>
                <a:sym typeface="+mn-ea"/>
              </a:rPr>
              <a:t> (</a:t>
            </a:r>
            <a:r>
              <a:rPr lang="en-US" altLang="zh-CN" sz="1125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A</a:t>
            </a:r>
            <a:r>
              <a:rPr lang="en-US" altLang="zh-CN" sz="1125">
                <a:latin typeface="Times New Roman" panose="02020603050405020304" charset="0"/>
                <a:cs typeface="Times New Roman" panose="02020603050405020304" charset="0"/>
                <a:sym typeface="+mn-ea"/>
              </a:rPr>
              <a:t>) Life-course trajectories of the lower weight limit (the top two panels) and upper height limit (the bottom two panels) for each continent. (</a:t>
            </a:r>
            <a:r>
              <a:rPr lang="en-US" altLang="zh-CN" sz="1125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B</a:t>
            </a:r>
            <a:r>
              <a:rPr lang="en-US" altLang="zh-CN" sz="1125">
                <a:latin typeface="Times New Roman" panose="02020603050405020304" charset="0"/>
                <a:cs typeface="Times New Roman" panose="02020603050405020304" charset="0"/>
                <a:sym typeface="+mn-ea"/>
              </a:rPr>
              <a:t>) Distribution of the upper height limit among women over 20 years of age and men over 25 years of age. (</a:t>
            </a:r>
            <a:r>
              <a:rPr lang="en-US" altLang="zh-CN" sz="1125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C</a:t>
            </a:r>
            <a:r>
              <a:rPr lang="en-US" altLang="zh-CN" sz="1125">
                <a:latin typeface="Times New Roman" panose="02020603050405020304" charset="0"/>
                <a:cs typeface="Times New Roman" panose="02020603050405020304" charset="0"/>
                <a:sym typeface="+mn-ea"/>
              </a:rPr>
              <a:t>) Age-specific proportion of individuals whose observed height exceeds the constraint-model-predicted upper height limit (Ht &gt; 1/b) for each continent.</a:t>
            </a:r>
            <a:endParaRPr lang="en-US" altLang="zh-CN" sz="1125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" name="文本框 1"/>
          <p:cNvSpPr txBox="1"/>
          <p:nvPr>
            <p:custDataLst>
              <p:tags r:id="rId4"/>
            </p:custDataLst>
          </p:nvPr>
        </p:nvSpPr>
        <p:spPr>
          <a:xfrm>
            <a:off x="91989" y="12712"/>
            <a:ext cx="140205" cy="36569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A</a:t>
            </a:r>
            <a:endParaRPr lang="en-US" altLang="zh-CN" sz="14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5"/>
            </p:custDataLst>
          </p:nvPr>
        </p:nvSpPr>
        <p:spPr>
          <a:xfrm>
            <a:off x="4485997" y="1637596"/>
            <a:ext cx="140205" cy="36569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B</a:t>
            </a:r>
            <a:endParaRPr lang="en-US" altLang="zh-CN" sz="14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5657077" y="12712"/>
            <a:ext cx="140205" cy="36569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C</a:t>
            </a:r>
            <a:endParaRPr lang="en-US" altLang="zh-CN" sz="1400" b="1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96.8203149606299,&quot;left&quot;:5.878346456692913,&quot;top&quot;:19.499212598425196,&quot;width&quot;:553.4456692913386}"/>
</p:tagLst>
</file>

<file path=ppt/tags/tag2.xml><?xml version="1.0" encoding="utf-8"?>
<p:tagLst xmlns:p="http://schemas.openxmlformats.org/presentationml/2006/main">
  <p:tag name="KSO_WM_DIAGRAM_VIRTUALLY_FRAME" val="{&quot;height&quot;:396.8203149606299,&quot;left&quot;:5.878346456692913,&quot;top&quot;:19.499212598425196,&quot;width&quot;:553.4456692913386}"/>
</p:tagLst>
</file>

<file path=ppt/tags/tag3.xml><?xml version="1.0" encoding="utf-8"?>
<p:tagLst xmlns:p="http://schemas.openxmlformats.org/presentationml/2006/main">
  <p:tag name="KSO_WM_DIAGRAM_VIRTUALLY_FRAME" val="{&quot;height&quot;:396.8203149606299,&quot;left&quot;:5.878346456692913,&quot;top&quot;:19.499212598425196,&quot;width&quot;:553.4456692913386}"/>
</p:tagLst>
</file>

<file path=ppt/tags/tag4.xml><?xml version="1.0" encoding="utf-8"?>
<p:tagLst xmlns:p="http://schemas.openxmlformats.org/presentationml/2006/main">
  <p:tag name="commondata" val="eyJoZGlkIjoiMWU4NTYwNDRjODQ2YTFjZWMxNzg1ZTdjYzJmZWI4OGQifQ==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497</Words>
  <Application>WPS 演示</Application>
  <PresentationFormat>宽屏</PresentationFormat>
  <Paragraphs>8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Times New Roman</vt:lpstr>
      <vt:lpstr>微软雅黑</vt:lpstr>
      <vt:lpstr>Arial Unicode MS</vt:lpstr>
      <vt:lpstr>Calibri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taojin xu</dc:creator>
  <cp:lastModifiedBy>Taukim Xu-じょ　とうきん</cp:lastModifiedBy>
  <cp:revision>146</cp:revision>
  <dcterms:created xsi:type="dcterms:W3CDTF">2023-08-09T12:44:00Z</dcterms:created>
  <dcterms:modified xsi:type="dcterms:W3CDTF">2026-03-26T12:13:28Z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3B0086CAF875411CACBDA13AB9801EF4_13</vt:lpwstr>
  </property>
  <property fmtid="{D5CDD505-2E9C-101B-9397-08002B2CF9AE}" pid="3" name="KSOProductBuildVer">
    <vt:lpwstr>2052-12.1.0.25225</vt:lpwstr>
  </property>
</Properties>
</file>
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7739380" cy="4859655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69592" y="796924"/>
            <a:ext cx="5817535" cy="1695292"/>
          </a:xfrm>
        </p:spPr>
        <p:txBody>
          <a:bodyPr anchor="b"/>
          <a:lstStyle>
            <a:lvl1pPr algn="ctr">
              <a:defRPr sz="426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69592" y="2557593"/>
            <a:ext cx="5817535" cy="1175655"/>
          </a:xfrm>
        </p:spPr>
        <p:txBody>
          <a:bodyPr/>
          <a:lstStyle>
            <a:lvl1pPr marL="0" indent="0" algn="ctr">
              <a:buNone/>
              <a:defRPr sz="1705"/>
            </a:lvl1pPr>
            <a:lvl2pPr marL="324485" indent="0" algn="ctr">
              <a:buNone/>
              <a:defRPr sz="1430"/>
            </a:lvl2pPr>
            <a:lvl3pPr marL="647700" indent="0" algn="ctr">
              <a:buNone/>
              <a:defRPr sz="1285"/>
            </a:lvl3pPr>
            <a:lvl4pPr marL="973455" indent="0" algn="ctr">
              <a:buNone/>
              <a:defRPr sz="1130"/>
            </a:lvl4pPr>
            <a:lvl5pPr marL="1298575" indent="0" algn="ctr">
              <a:buNone/>
              <a:defRPr sz="1130"/>
            </a:lvl5pPr>
            <a:lvl6pPr marL="1622425" indent="0" algn="ctr">
              <a:buNone/>
              <a:defRPr sz="1130"/>
            </a:lvl6pPr>
            <a:lvl7pPr marL="1945005" indent="0" algn="ctr">
              <a:buNone/>
              <a:defRPr sz="1130"/>
            </a:lvl7pPr>
            <a:lvl8pPr marL="2272030" indent="0" algn="ctr">
              <a:buNone/>
              <a:defRPr sz="1130"/>
            </a:lvl8pPr>
            <a:lvl9pPr marL="2593975" indent="0" algn="ctr">
              <a:buNone/>
              <a:defRPr sz="113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9232" y="1213983"/>
            <a:ext cx="6690165" cy="2025557"/>
          </a:xfrm>
        </p:spPr>
        <p:txBody>
          <a:bodyPr anchor="b"/>
          <a:lstStyle>
            <a:lvl1pPr>
              <a:defRPr sz="426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9232" y="3258703"/>
            <a:ext cx="6690165" cy="1065193"/>
          </a:xfrm>
        </p:spPr>
        <p:txBody>
          <a:bodyPr/>
          <a:lstStyle>
            <a:lvl1pPr marL="0" indent="0">
              <a:buNone/>
              <a:defRPr sz="1705">
                <a:solidFill>
                  <a:schemeClr val="tx1">
                    <a:tint val="75000"/>
                  </a:schemeClr>
                </a:solidFill>
              </a:defRPr>
            </a:lvl1pPr>
            <a:lvl2pPr marL="324485" indent="0">
              <a:buNone/>
              <a:defRPr sz="1430">
                <a:solidFill>
                  <a:schemeClr val="tx1">
                    <a:tint val="75000"/>
                  </a:schemeClr>
                </a:solidFill>
              </a:defRPr>
            </a:lvl2pPr>
            <a:lvl3pPr marL="647700" indent="0">
              <a:buNone/>
              <a:defRPr sz="1285">
                <a:solidFill>
                  <a:schemeClr val="tx1">
                    <a:tint val="75000"/>
                  </a:schemeClr>
                </a:solidFill>
              </a:defRPr>
            </a:lvl3pPr>
            <a:lvl4pPr marL="973455" indent="0">
              <a:buNone/>
              <a:defRPr sz="1130">
                <a:solidFill>
                  <a:schemeClr val="tx1">
                    <a:tint val="75000"/>
                  </a:schemeClr>
                </a:solidFill>
              </a:defRPr>
            </a:lvl4pPr>
            <a:lvl5pPr marL="1298575" indent="0">
              <a:buNone/>
              <a:defRPr sz="1130">
                <a:solidFill>
                  <a:schemeClr val="tx1">
                    <a:tint val="75000"/>
                  </a:schemeClr>
                </a:solidFill>
              </a:defRPr>
            </a:lvl5pPr>
            <a:lvl6pPr marL="1622425" indent="0">
              <a:buNone/>
              <a:defRPr sz="1130">
                <a:solidFill>
                  <a:schemeClr val="tx1">
                    <a:tint val="75000"/>
                  </a:schemeClr>
                </a:solidFill>
              </a:defRPr>
            </a:lvl6pPr>
            <a:lvl7pPr marL="1945005" indent="0">
              <a:buNone/>
              <a:defRPr sz="1130">
                <a:solidFill>
                  <a:schemeClr val="tx1">
                    <a:tint val="75000"/>
                  </a:schemeClr>
                </a:solidFill>
              </a:defRPr>
            </a:lvl7pPr>
            <a:lvl8pPr marL="2272030" indent="0">
              <a:buNone/>
              <a:defRPr sz="1130">
                <a:solidFill>
                  <a:schemeClr val="tx1">
                    <a:tint val="75000"/>
                  </a:schemeClr>
                </a:solidFill>
              </a:defRPr>
            </a:lvl8pPr>
            <a:lvl9pPr marL="2593975" indent="0">
              <a:buNone/>
              <a:defRPr sz="11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3274" y="1296267"/>
            <a:ext cx="3296604" cy="308962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926837" y="1296267"/>
            <a:ext cx="3296604" cy="308962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4284" y="259253"/>
            <a:ext cx="6690165" cy="94120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4284" y="1193695"/>
            <a:ext cx="3281454" cy="585009"/>
          </a:xfrm>
        </p:spPr>
        <p:txBody>
          <a:bodyPr anchor="b"/>
          <a:lstStyle>
            <a:lvl1pPr marL="0" indent="0">
              <a:buNone/>
              <a:defRPr sz="1705" b="1"/>
            </a:lvl1pPr>
            <a:lvl2pPr marL="324485" indent="0">
              <a:buNone/>
              <a:defRPr sz="1430" b="1"/>
            </a:lvl2pPr>
            <a:lvl3pPr marL="647700" indent="0">
              <a:buNone/>
              <a:defRPr sz="1285" b="1"/>
            </a:lvl3pPr>
            <a:lvl4pPr marL="973455" indent="0">
              <a:buNone/>
              <a:defRPr sz="1130" b="1"/>
            </a:lvl4pPr>
            <a:lvl5pPr marL="1298575" indent="0">
              <a:buNone/>
              <a:defRPr sz="1130" b="1"/>
            </a:lvl5pPr>
            <a:lvl6pPr marL="1622425" indent="0">
              <a:buNone/>
              <a:defRPr sz="1130" b="1"/>
            </a:lvl6pPr>
            <a:lvl7pPr marL="1945005" indent="0">
              <a:buNone/>
              <a:defRPr sz="1130" b="1"/>
            </a:lvl7pPr>
            <a:lvl8pPr marL="2272030" indent="0">
              <a:buNone/>
              <a:defRPr sz="1130" b="1"/>
            </a:lvl8pPr>
            <a:lvl9pPr marL="2593975" indent="0">
              <a:buNone/>
              <a:defRPr sz="113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4284" y="1778705"/>
            <a:ext cx="3281454" cy="26162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926837" y="1193695"/>
            <a:ext cx="3297612" cy="585009"/>
          </a:xfrm>
        </p:spPr>
        <p:txBody>
          <a:bodyPr anchor="b"/>
          <a:lstStyle>
            <a:lvl1pPr marL="0" indent="0">
              <a:buNone/>
              <a:defRPr sz="1705" b="1"/>
            </a:lvl1pPr>
            <a:lvl2pPr marL="324485" indent="0">
              <a:buNone/>
              <a:defRPr sz="1430" b="1"/>
            </a:lvl2pPr>
            <a:lvl3pPr marL="647700" indent="0">
              <a:buNone/>
              <a:defRPr sz="1285" b="1"/>
            </a:lvl3pPr>
            <a:lvl4pPr marL="973455" indent="0">
              <a:buNone/>
              <a:defRPr sz="1130" b="1"/>
            </a:lvl4pPr>
            <a:lvl5pPr marL="1298575" indent="0">
              <a:buNone/>
              <a:defRPr sz="1130" b="1"/>
            </a:lvl5pPr>
            <a:lvl6pPr marL="1622425" indent="0">
              <a:buNone/>
              <a:defRPr sz="1130" b="1"/>
            </a:lvl6pPr>
            <a:lvl7pPr marL="1945005" indent="0">
              <a:buNone/>
              <a:defRPr sz="1130" b="1"/>
            </a:lvl7pPr>
            <a:lvl8pPr marL="2272030" indent="0">
              <a:buNone/>
              <a:defRPr sz="1130" b="1"/>
            </a:lvl8pPr>
            <a:lvl9pPr marL="2593975" indent="0">
              <a:buNone/>
              <a:defRPr sz="113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926837" y="1778705"/>
            <a:ext cx="3297612" cy="26162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4284" y="324631"/>
            <a:ext cx="2501740" cy="1136206"/>
          </a:xfrm>
        </p:spPr>
        <p:txBody>
          <a:bodyPr anchor="b"/>
          <a:lstStyle>
            <a:lvl1pPr>
              <a:defRPr sz="226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97612" y="701112"/>
            <a:ext cx="3926837" cy="3460470"/>
          </a:xfrm>
        </p:spPr>
        <p:txBody>
          <a:bodyPr/>
          <a:lstStyle>
            <a:lvl1pPr>
              <a:defRPr sz="2265"/>
            </a:lvl1pPr>
            <a:lvl2pPr>
              <a:defRPr sz="1995"/>
            </a:lvl2pPr>
            <a:lvl3pPr>
              <a:defRPr sz="1705"/>
            </a:lvl3pPr>
            <a:lvl4pPr>
              <a:defRPr sz="1430"/>
            </a:lvl4pPr>
            <a:lvl5pPr>
              <a:defRPr sz="1430"/>
            </a:lvl5pPr>
            <a:lvl6pPr>
              <a:defRPr sz="1430"/>
            </a:lvl6pPr>
            <a:lvl7pPr>
              <a:defRPr sz="1430"/>
            </a:lvl7pPr>
            <a:lvl8pPr>
              <a:defRPr sz="1430"/>
            </a:lvl8pPr>
            <a:lvl9pPr>
              <a:defRPr sz="143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4284" y="1460838"/>
            <a:ext cx="2501740" cy="2706383"/>
          </a:xfrm>
        </p:spPr>
        <p:txBody>
          <a:bodyPr/>
          <a:lstStyle>
            <a:lvl1pPr marL="0" indent="0">
              <a:buNone/>
              <a:defRPr sz="1130"/>
            </a:lvl1pPr>
            <a:lvl2pPr marL="324485" indent="0">
              <a:buNone/>
              <a:defRPr sz="995"/>
            </a:lvl2pPr>
            <a:lvl3pPr marL="647700" indent="0">
              <a:buNone/>
              <a:defRPr sz="850"/>
            </a:lvl3pPr>
            <a:lvl4pPr marL="973455" indent="0">
              <a:buNone/>
              <a:defRPr sz="715"/>
            </a:lvl4pPr>
            <a:lvl5pPr marL="1298575" indent="0">
              <a:buNone/>
              <a:defRPr sz="715"/>
            </a:lvl5pPr>
            <a:lvl6pPr marL="1622425" indent="0">
              <a:buNone/>
              <a:defRPr sz="715"/>
            </a:lvl6pPr>
            <a:lvl7pPr marL="1945005" indent="0">
              <a:buNone/>
              <a:defRPr sz="715"/>
            </a:lvl7pPr>
            <a:lvl8pPr marL="2272030" indent="0">
              <a:buNone/>
              <a:defRPr sz="715"/>
            </a:lvl8pPr>
            <a:lvl9pPr marL="2593975" indent="0">
              <a:buNone/>
              <a:defRPr sz="71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4284" y="324631"/>
            <a:ext cx="2501740" cy="1136206"/>
          </a:xfrm>
        </p:spPr>
        <p:txBody>
          <a:bodyPr anchor="b"/>
          <a:lstStyle>
            <a:lvl1pPr>
              <a:defRPr sz="226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297612" y="701112"/>
            <a:ext cx="3926837" cy="3460470"/>
          </a:xfrm>
        </p:spPr>
        <p:txBody>
          <a:bodyPr/>
          <a:lstStyle>
            <a:lvl1pPr marL="0" indent="0">
              <a:buNone/>
              <a:defRPr sz="2265"/>
            </a:lvl1pPr>
            <a:lvl2pPr marL="324485" indent="0">
              <a:buNone/>
              <a:defRPr sz="1995"/>
            </a:lvl2pPr>
            <a:lvl3pPr marL="647700" indent="0">
              <a:buNone/>
              <a:defRPr sz="1705"/>
            </a:lvl3pPr>
            <a:lvl4pPr marL="973455" indent="0">
              <a:buNone/>
              <a:defRPr sz="1430"/>
            </a:lvl4pPr>
            <a:lvl5pPr marL="1298575" indent="0">
              <a:buNone/>
              <a:defRPr sz="1430"/>
            </a:lvl5pPr>
            <a:lvl6pPr marL="1622425" indent="0">
              <a:buNone/>
              <a:defRPr sz="1430"/>
            </a:lvl6pPr>
            <a:lvl7pPr marL="1945005" indent="0">
              <a:buNone/>
              <a:defRPr sz="1430"/>
            </a:lvl7pPr>
            <a:lvl8pPr marL="2272030" indent="0">
              <a:buNone/>
              <a:defRPr sz="1430"/>
            </a:lvl8pPr>
            <a:lvl9pPr marL="2593975" indent="0">
              <a:buNone/>
              <a:defRPr sz="143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4284" y="1460838"/>
            <a:ext cx="2501740" cy="2706383"/>
          </a:xfrm>
        </p:spPr>
        <p:txBody>
          <a:bodyPr/>
          <a:lstStyle>
            <a:lvl1pPr marL="0" indent="0">
              <a:buNone/>
              <a:defRPr sz="1130"/>
            </a:lvl1pPr>
            <a:lvl2pPr marL="324485" indent="0">
              <a:buNone/>
              <a:defRPr sz="995"/>
            </a:lvl2pPr>
            <a:lvl3pPr marL="647700" indent="0">
              <a:buNone/>
              <a:defRPr sz="850"/>
            </a:lvl3pPr>
            <a:lvl4pPr marL="973455" indent="0">
              <a:buNone/>
              <a:defRPr sz="715"/>
            </a:lvl4pPr>
            <a:lvl5pPr marL="1298575" indent="0">
              <a:buNone/>
              <a:defRPr sz="715"/>
            </a:lvl5pPr>
            <a:lvl6pPr marL="1622425" indent="0">
              <a:buNone/>
              <a:defRPr sz="715"/>
            </a:lvl6pPr>
            <a:lvl7pPr marL="1945005" indent="0">
              <a:buNone/>
              <a:defRPr sz="715"/>
            </a:lvl7pPr>
            <a:lvl8pPr marL="2272030" indent="0">
              <a:buNone/>
              <a:defRPr sz="715"/>
            </a:lvl8pPr>
            <a:lvl9pPr marL="2593975" indent="0">
              <a:buNone/>
              <a:defRPr sz="71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550898" y="259253"/>
            <a:ext cx="1672541" cy="412664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3274" y="259253"/>
            <a:ext cx="4920667" cy="412664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33274" y="259253"/>
            <a:ext cx="6690165" cy="941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3274" y="1296267"/>
            <a:ext cx="6690165" cy="30896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33274" y="4513265"/>
            <a:ext cx="1745258" cy="259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569411" y="4513265"/>
            <a:ext cx="2617891" cy="259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478180" y="4513265"/>
            <a:ext cx="1745258" cy="259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47700" rtl="0" eaLnBrk="1" latinLnBrk="0" hangingPunct="1">
        <a:lnSpc>
          <a:spcPct val="90000"/>
        </a:lnSpc>
        <a:spcBef>
          <a:spcPct val="0"/>
        </a:spcBef>
        <a:buNone/>
        <a:defRPr sz="3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3195" indent="-163195" algn="l" defTabSz="647700" rtl="0" eaLnBrk="1" latinLnBrk="0" hangingPunct="1">
        <a:lnSpc>
          <a:spcPct val="90000"/>
        </a:lnSpc>
        <a:spcBef>
          <a:spcPct val="140000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1pPr>
      <a:lvl2pPr marL="486410" indent="-163195" algn="l" defTabSz="647700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2pPr>
      <a:lvl3pPr marL="811530" indent="-163195" algn="l" defTabSz="647700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430" kern="1200">
          <a:solidFill>
            <a:schemeClr val="tx1"/>
          </a:solidFill>
          <a:latin typeface="+mn-lt"/>
          <a:ea typeface="+mn-ea"/>
          <a:cs typeface="+mn-cs"/>
        </a:defRPr>
      </a:lvl3pPr>
      <a:lvl4pPr marL="1137285" indent="-163195" algn="l" defTabSz="647700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4pPr>
      <a:lvl5pPr marL="1461135" indent="-163195" algn="l" defTabSz="647700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5pPr>
      <a:lvl6pPr marL="1782445" indent="-163195" algn="l" defTabSz="647700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6pPr>
      <a:lvl7pPr marL="2108835" indent="-163195" algn="l" defTabSz="647700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7pPr>
      <a:lvl8pPr marL="2433320" indent="-163195" algn="l" defTabSz="647700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8pPr>
      <a:lvl9pPr marL="2759710" indent="-163195" algn="l" defTabSz="647700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4770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1pPr>
      <a:lvl2pPr marL="324485" algn="l" defTabSz="64770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2pPr>
      <a:lvl3pPr marL="647700" algn="l" defTabSz="64770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3pPr>
      <a:lvl4pPr marL="973455" algn="l" defTabSz="64770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4pPr>
      <a:lvl5pPr marL="1298575" algn="l" defTabSz="64770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5pPr>
      <a:lvl6pPr marL="1622425" algn="l" defTabSz="64770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6pPr>
      <a:lvl7pPr marL="1945005" algn="l" defTabSz="64770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7pPr>
      <a:lvl8pPr marL="2272030" algn="l" defTabSz="64770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8pPr>
      <a:lvl9pPr marL="2593975" algn="l" defTabSz="64770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Figure 3(C)"/>
          <p:cNvPicPr>
            <a:picLocks noChangeAspect="1"/>
          </p:cNvPicPr>
          <p:nvPr/>
        </p:nvPicPr>
        <p:blipFill>
          <a:blip r:embed="rId1"/>
          <a:srcRect l="4802" t="5293" r="6941" b="10978"/>
          <a:stretch>
            <a:fillRect/>
          </a:stretch>
        </p:blipFill>
        <p:spPr>
          <a:xfrm>
            <a:off x="5716270" y="200025"/>
            <a:ext cx="1919378" cy="3312000"/>
          </a:xfrm>
          <a:prstGeom prst="rect">
            <a:avLst/>
          </a:prstGeom>
        </p:spPr>
      </p:pic>
      <p:pic>
        <p:nvPicPr>
          <p:cNvPr id="11" name="图片 10" descr="Figure 3(A)"/>
          <p:cNvPicPr>
            <a:picLocks noChangeAspect="1"/>
          </p:cNvPicPr>
          <p:nvPr/>
        </p:nvPicPr>
        <p:blipFill>
          <a:blip r:embed="rId2"/>
          <a:srcRect l="10338" t="5373" r="27502" b="14153"/>
          <a:stretch>
            <a:fillRect/>
          </a:stretch>
        </p:blipFill>
        <p:spPr>
          <a:xfrm>
            <a:off x="124467" y="201944"/>
            <a:ext cx="5475392" cy="3312265"/>
          </a:xfrm>
          <a:prstGeom prst="rect">
            <a:avLst/>
          </a:prstGeom>
        </p:spPr>
      </p:pic>
      <p:pic>
        <p:nvPicPr>
          <p:cNvPr id="8" name="图片 7" descr="Figure 3(B)"/>
          <p:cNvPicPr>
            <a:picLocks noChangeAspect="1"/>
          </p:cNvPicPr>
          <p:nvPr/>
        </p:nvPicPr>
        <p:blipFill>
          <a:blip r:embed="rId3"/>
          <a:srcRect l="886" t="6881" r="8634" b="4995"/>
          <a:stretch>
            <a:fillRect/>
          </a:stretch>
        </p:blipFill>
        <p:spPr>
          <a:xfrm>
            <a:off x="4607291" y="1851807"/>
            <a:ext cx="998942" cy="1548124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39074" y="3518815"/>
            <a:ext cx="7546944" cy="1133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125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Fig. 3. Lower weight limit and upper height limit defined by the hyperbolic constraint.</a:t>
            </a:r>
            <a:r>
              <a:rPr lang="en-US" altLang="zh-CN" sz="1125">
                <a:latin typeface="Times New Roman" panose="02020603050405020304" charset="0"/>
                <a:cs typeface="Times New Roman" panose="02020603050405020304" charset="0"/>
                <a:sym typeface="+mn-ea"/>
              </a:rPr>
              <a:t> (</a:t>
            </a:r>
            <a:r>
              <a:rPr lang="en-US" altLang="zh-CN" sz="1125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lang="en-US" altLang="zh-CN" sz="1125">
                <a:latin typeface="Times New Roman" panose="02020603050405020304" charset="0"/>
                <a:cs typeface="Times New Roman" panose="02020603050405020304" charset="0"/>
                <a:sym typeface="+mn-ea"/>
              </a:rPr>
              <a:t>) Life-course trajectories of lower weight limit (the top two panels) and upper height limit (the bottom two panels). (</a:t>
            </a:r>
            <a:r>
              <a:rPr lang="en-US" altLang="zh-CN" sz="1125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B</a:t>
            </a:r>
            <a:r>
              <a:rPr lang="en-US" altLang="zh-CN" sz="1125">
                <a:latin typeface="Times New Roman" panose="02020603050405020304" charset="0"/>
                <a:cs typeface="Times New Roman" panose="02020603050405020304" charset="0"/>
                <a:sym typeface="+mn-ea"/>
              </a:rPr>
              <a:t>) Distribution of the upper height limit among women over 20 years of age and men over 25 years of age. (</a:t>
            </a:r>
            <a:r>
              <a:rPr lang="en-US" altLang="zh-CN" sz="1125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</a:t>
            </a:r>
            <a:r>
              <a:rPr lang="en-US" altLang="zh-CN" sz="1125">
                <a:latin typeface="Times New Roman" panose="02020603050405020304" charset="0"/>
                <a:cs typeface="Times New Roman" panose="02020603050405020304" charset="0"/>
                <a:sym typeface="+mn-ea"/>
              </a:rPr>
              <a:t>) Age-specific proportion of individuals whose observed height exceeds the constraint-model-predicted upper height limit (Ht &gt; 1/b). Data from SHARE were grouped by country and then merged. The solid line represents the mean and the shaded area indicates the range between the 5th and 95th percentiles. For </a:t>
            </a:r>
            <a:r>
              <a:rPr lang="en-US" altLang="zh-CN" sz="1125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lang="en-US" altLang="zh-CN" sz="1125">
                <a:latin typeface="Times New Roman" panose="02020603050405020304" charset="0"/>
                <a:cs typeface="Times New Roman" panose="02020603050405020304" charset="0"/>
                <a:sym typeface="+mn-ea"/>
              </a:rPr>
              <a:t> and </a:t>
            </a:r>
            <a:r>
              <a:rPr lang="en-US" altLang="zh-CN" sz="1125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</a:t>
            </a:r>
            <a:r>
              <a:rPr lang="en-US" altLang="zh-CN" sz="1125">
                <a:latin typeface="Times New Roman" panose="02020603050405020304" charset="0"/>
                <a:cs typeface="Times New Roman" panose="02020603050405020304" charset="0"/>
                <a:sym typeface="+mn-ea"/>
              </a:rPr>
              <a:t>, </a:t>
            </a:r>
            <a:r>
              <a:rPr lang="en-US" altLang="zh-CN" sz="1125">
                <a:latin typeface="Times New Roman" panose="02020603050405020304" charset="0"/>
                <a:cs typeface="Times New Roman" panose="02020603050405020304" charset="0"/>
                <a:sym typeface="+mn-ea"/>
              </a:rPr>
              <a:t>curves were smoothed to clarify age-related trajectories.</a:t>
            </a:r>
            <a:endParaRPr lang="en-US" altLang="zh-CN" sz="1125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59695" y="27306"/>
            <a:ext cx="140346" cy="365789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A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4612729" y="1692340"/>
            <a:ext cx="140216" cy="365722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B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5651177" y="27318"/>
            <a:ext cx="140216" cy="365722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C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96.8203149606299,&quot;left&quot;:5.878346456692913,&quot;top&quot;:19.499212598425196,&quot;width&quot;:553.4456692913386}"/>
</p:tagLst>
</file>

<file path=ppt/tags/tag2.xml><?xml version="1.0" encoding="utf-8"?>
<p:tagLst xmlns:p="http://schemas.openxmlformats.org/presentationml/2006/main">
  <p:tag name="KSO_WM_DIAGRAM_VIRTUALLY_FRAME" val="{&quot;height&quot;:396.8203149606299,&quot;left&quot;:5.878346456692913,&quot;top&quot;:19.499212598425196,&quot;width&quot;:553.4456692913386}"/>
</p:tagLst>
</file>

<file path=ppt/tags/tag3.xml><?xml version="1.0" encoding="utf-8"?>
<p:tagLst xmlns:p="http://schemas.openxmlformats.org/presentationml/2006/main">
  <p:tag name="KSO_WM_DIAGRAM_VIRTUALLY_FRAME" val="{&quot;height&quot;:396.8203149606299,&quot;left&quot;:5.878346456692913,&quot;top&quot;:19.499212598425196,&quot;width&quot;:553.4456692913386}"/>
</p:tagLst>
</file>

<file path=ppt/tags/tag4.xml><?xml version="1.0" encoding="utf-8"?>
<p:tagLst xmlns:p="http://schemas.openxmlformats.org/presentationml/2006/main">
  <p:tag name="commondata" val="eyJoZGlkIjoiMWU4NTYwNDRjODQ2YTFjZWMxNzg1ZTdjYzJmZWI4OG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692</Words>
  <Application>WPS 演示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taojin xu</dc:creator>
  <cp:lastModifiedBy>Taukim Xu-じょ　とうきん</cp:lastModifiedBy>
  <cp:revision>159</cp:revision>
  <dcterms:created xsi:type="dcterms:W3CDTF">2023-08-09T12:44:00Z</dcterms:created>
  <dcterms:modified xsi:type="dcterms:W3CDTF">2026-06-10T09:10:48Z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2052-12.1.0.26895</vt:lpwstr>
  </property>
</Properties>
</file>
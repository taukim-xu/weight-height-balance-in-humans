
<file path=[Content_Types].xml><?xml version="1.0" encoding="utf-8"?>
<Types xmlns="http://schemas.openxmlformats.org/package/2006/content-types">
  <Default Extension="jpeg" ContentType="image/jpeg"/>
  <Default Extension="JPG" ContentType="image/.jpg"/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3599815" cy="2879725"/>
  <p:notesSz cx="6858000" cy="9144000"/>
  <p:custDataLst>
    <p:tags r:id="rId7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gs" Target="tags/tag2.xml"/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450869" y="472084"/>
            <a:ext cx="2705207" cy="1004263"/>
          </a:xfrm>
        </p:spPr>
        <p:txBody>
          <a:bodyPr anchor="b"/>
          <a:lstStyle>
            <a:lvl1pPr algn="ctr">
              <a:defRPr sz="2365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450869" y="1515075"/>
            <a:ext cx="2705207" cy="696440"/>
          </a:xfrm>
        </p:spPr>
        <p:txBody>
          <a:bodyPr/>
          <a:lstStyle>
            <a:lvl1pPr marL="0" indent="0" algn="ctr">
              <a:buNone/>
              <a:defRPr sz="945"/>
            </a:lvl1pPr>
            <a:lvl2pPr marL="180340" indent="0" algn="ctr">
              <a:buNone/>
              <a:defRPr sz="790"/>
            </a:lvl2pPr>
            <a:lvl3pPr marL="360045" indent="0" algn="ctr">
              <a:buNone/>
              <a:defRPr sz="715"/>
            </a:lvl3pPr>
            <a:lvl4pPr marL="540385" indent="0" algn="ctr">
              <a:buNone/>
              <a:defRPr sz="630"/>
            </a:lvl4pPr>
            <a:lvl5pPr marL="720725" indent="0" algn="ctr">
              <a:buNone/>
              <a:defRPr sz="630"/>
            </a:lvl5pPr>
            <a:lvl6pPr marL="901700" indent="0" algn="ctr">
              <a:buNone/>
              <a:defRPr sz="630"/>
            </a:lvl6pPr>
            <a:lvl7pPr marL="1080770" indent="0" algn="ctr">
              <a:buNone/>
              <a:defRPr sz="630"/>
            </a:lvl7pPr>
            <a:lvl8pPr marL="1261745" indent="0" algn="ctr">
              <a:buNone/>
              <a:defRPr sz="630"/>
            </a:lvl8pPr>
            <a:lvl9pPr marL="1440815" indent="0" algn="ctr">
              <a:buNone/>
              <a:defRPr sz="63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46098" y="719143"/>
            <a:ext cx="3110989" cy="1199907"/>
          </a:xfrm>
        </p:spPr>
        <p:txBody>
          <a:bodyPr anchor="b"/>
          <a:lstStyle>
            <a:lvl1pPr>
              <a:defRPr sz="2365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246098" y="1930401"/>
            <a:ext cx="3110989" cy="631002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1pPr>
            <a:lvl2pPr marL="180340" indent="0">
              <a:buNone/>
              <a:defRPr sz="790">
                <a:solidFill>
                  <a:schemeClr val="tx1">
                    <a:tint val="75000"/>
                  </a:schemeClr>
                </a:solidFill>
              </a:defRPr>
            </a:lvl2pPr>
            <a:lvl3pPr marL="360045" indent="0">
              <a:buNone/>
              <a:defRPr sz="715">
                <a:solidFill>
                  <a:schemeClr val="tx1">
                    <a:tint val="75000"/>
                  </a:schemeClr>
                </a:solidFill>
              </a:defRPr>
            </a:lvl3pPr>
            <a:lvl4pPr marL="540385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4pPr>
            <a:lvl5pPr marL="720725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5pPr>
            <a:lvl6pPr marL="901700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6pPr>
            <a:lvl7pPr marL="1080770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7pPr>
            <a:lvl8pPr marL="1261745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8pPr>
            <a:lvl9pPr marL="1440815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247977" y="767887"/>
            <a:ext cx="1532952" cy="1830242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1826015" y="767887"/>
            <a:ext cx="1532952" cy="1830242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48447" y="153577"/>
            <a:ext cx="3110989" cy="55755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248447" y="707124"/>
            <a:ext cx="1525906" cy="346550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340" indent="0">
              <a:buNone/>
              <a:defRPr sz="790" b="1"/>
            </a:lvl2pPr>
            <a:lvl3pPr marL="360045" indent="0">
              <a:buNone/>
              <a:defRPr sz="715" b="1"/>
            </a:lvl3pPr>
            <a:lvl4pPr marL="540385" indent="0">
              <a:buNone/>
              <a:defRPr sz="630" b="1"/>
            </a:lvl4pPr>
            <a:lvl5pPr marL="720725" indent="0">
              <a:buNone/>
              <a:defRPr sz="630" b="1"/>
            </a:lvl5pPr>
            <a:lvl6pPr marL="901700" indent="0">
              <a:buNone/>
              <a:defRPr sz="630" b="1"/>
            </a:lvl6pPr>
            <a:lvl7pPr marL="1080770" indent="0">
              <a:buNone/>
              <a:defRPr sz="630" b="1"/>
            </a:lvl7pPr>
            <a:lvl8pPr marL="1261745" indent="0">
              <a:buNone/>
              <a:defRPr sz="630" b="1"/>
            </a:lvl8pPr>
            <a:lvl9pPr marL="1440815" indent="0">
              <a:buNone/>
              <a:defRPr sz="63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248447" y="1053674"/>
            <a:ext cx="1525906" cy="1549797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1826015" y="707124"/>
            <a:ext cx="1533420" cy="346550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340" indent="0">
              <a:buNone/>
              <a:defRPr sz="790" b="1"/>
            </a:lvl2pPr>
            <a:lvl3pPr marL="360045" indent="0">
              <a:buNone/>
              <a:defRPr sz="715" b="1"/>
            </a:lvl3pPr>
            <a:lvl4pPr marL="540385" indent="0">
              <a:buNone/>
              <a:defRPr sz="630" b="1"/>
            </a:lvl4pPr>
            <a:lvl5pPr marL="720725" indent="0">
              <a:buNone/>
              <a:defRPr sz="630" b="1"/>
            </a:lvl5pPr>
            <a:lvl6pPr marL="901700" indent="0">
              <a:buNone/>
              <a:defRPr sz="630" b="1"/>
            </a:lvl6pPr>
            <a:lvl7pPr marL="1080770" indent="0">
              <a:buNone/>
              <a:defRPr sz="630" b="1"/>
            </a:lvl7pPr>
            <a:lvl8pPr marL="1261745" indent="0">
              <a:buNone/>
              <a:defRPr sz="630" b="1"/>
            </a:lvl8pPr>
            <a:lvl9pPr marL="1440815" indent="0">
              <a:buNone/>
              <a:defRPr sz="63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1826015" y="1053674"/>
            <a:ext cx="1533420" cy="1549797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48447" y="192306"/>
            <a:ext cx="1163332" cy="673069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1533420" y="415327"/>
            <a:ext cx="1826015" cy="2049925"/>
          </a:xfrm>
        </p:spPr>
        <p:txBody>
          <a:bodyPr/>
          <a:lstStyle>
            <a:lvl1pPr>
              <a:defRPr sz="1260"/>
            </a:lvl1pPr>
            <a:lvl2pPr>
              <a:defRPr sz="1110"/>
            </a:lvl2pPr>
            <a:lvl3pPr>
              <a:defRPr sz="945"/>
            </a:lvl3pPr>
            <a:lvl4pPr>
              <a:defRPr sz="790"/>
            </a:lvl4pPr>
            <a:lvl5pPr>
              <a:defRPr sz="790"/>
            </a:lvl5pPr>
            <a:lvl6pPr>
              <a:defRPr sz="790"/>
            </a:lvl6pPr>
            <a:lvl7pPr>
              <a:defRPr sz="790"/>
            </a:lvl7pPr>
            <a:lvl8pPr>
              <a:defRPr sz="790"/>
            </a:lvl8pPr>
            <a:lvl9pPr>
              <a:defRPr sz="79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48447" y="865376"/>
            <a:ext cx="1163332" cy="1603216"/>
          </a:xfrm>
        </p:spPr>
        <p:txBody>
          <a:bodyPr/>
          <a:lstStyle>
            <a:lvl1pPr marL="0" indent="0">
              <a:buNone/>
              <a:defRPr sz="630"/>
            </a:lvl1pPr>
            <a:lvl2pPr marL="180340" indent="0">
              <a:buNone/>
              <a:defRPr sz="555"/>
            </a:lvl2pPr>
            <a:lvl3pPr marL="360045" indent="0">
              <a:buNone/>
              <a:defRPr sz="475"/>
            </a:lvl3pPr>
            <a:lvl4pPr marL="540385" indent="0">
              <a:buNone/>
              <a:defRPr sz="400"/>
            </a:lvl4pPr>
            <a:lvl5pPr marL="720725" indent="0">
              <a:buNone/>
              <a:defRPr sz="400"/>
            </a:lvl5pPr>
            <a:lvl6pPr marL="901700" indent="0">
              <a:buNone/>
              <a:defRPr sz="400"/>
            </a:lvl6pPr>
            <a:lvl7pPr marL="1080770" indent="0">
              <a:buNone/>
              <a:defRPr sz="400"/>
            </a:lvl7pPr>
            <a:lvl8pPr marL="1261745" indent="0">
              <a:buNone/>
              <a:defRPr sz="400"/>
            </a:lvl8pPr>
            <a:lvl9pPr marL="1440815" indent="0">
              <a:buNone/>
              <a:defRPr sz="4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48447" y="192306"/>
            <a:ext cx="1163332" cy="673069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533420" y="415327"/>
            <a:ext cx="1826015" cy="2049925"/>
          </a:xfrm>
        </p:spPr>
        <p:txBody>
          <a:bodyPr/>
          <a:lstStyle>
            <a:lvl1pPr marL="0" indent="0">
              <a:buNone/>
              <a:defRPr sz="1260"/>
            </a:lvl1pPr>
            <a:lvl2pPr marL="180340" indent="0">
              <a:buNone/>
              <a:defRPr sz="1110"/>
            </a:lvl2pPr>
            <a:lvl3pPr marL="360045" indent="0">
              <a:buNone/>
              <a:defRPr sz="945"/>
            </a:lvl3pPr>
            <a:lvl4pPr marL="540385" indent="0">
              <a:buNone/>
              <a:defRPr sz="790"/>
            </a:lvl4pPr>
            <a:lvl5pPr marL="720725" indent="0">
              <a:buNone/>
              <a:defRPr sz="790"/>
            </a:lvl5pPr>
            <a:lvl6pPr marL="901700" indent="0">
              <a:buNone/>
              <a:defRPr sz="790"/>
            </a:lvl6pPr>
            <a:lvl7pPr marL="1080770" indent="0">
              <a:buNone/>
              <a:defRPr sz="790"/>
            </a:lvl7pPr>
            <a:lvl8pPr marL="1261745" indent="0">
              <a:buNone/>
              <a:defRPr sz="790"/>
            </a:lvl8pPr>
            <a:lvl9pPr marL="1440815" indent="0">
              <a:buNone/>
              <a:defRPr sz="79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48447" y="865376"/>
            <a:ext cx="1163332" cy="1603216"/>
          </a:xfrm>
        </p:spPr>
        <p:txBody>
          <a:bodyPr/>
          <a:lstStyle>
            <a:lvl1pPr marL="0" indent="0">
              <a:buNone/>
              <a:defRPr sz="630"/>
            </a:lvl1pPr>
            <a:lvl2pPr marL="180340" indent="0">
              <a:buNone/>
              <a:defRPr sz="555"/>
            </a:lvl2pPr>
            <a:lvl3pPr marL="360045" indent="0">
              <a:buNone/>
              <a:defRPr sz="475"/>
            </a:lvl3pPr>
            <a:lvl4pPr marL="540385" indent="0">
              <a:buNone/>
              <a:defRPr sz="400"/>
            </a:lvl4pPr>
            <a:lvl5pPr marL="720725" indent="0">
              <a:buNone/>
              <a:defRPr sz="400"/>
            </a:lvl5pPr>
            <a:lvl6pPr marL="901700" indent="0">
              <a:buNone/>
              <a:defRPr sz="400"/>
            </a:lvl6pPr>
            <a:lvl7pPr marL="1080770" indent="0">
              <a:buNone/>
              <a:defRPr sz="400"/>
            </a:lvl7pPr>
            <a:lvl8pPr marL="1261745" indent="0">
              <a:buNone/>
              <a:defRPr sz="400"/>
            </a:lvl8pPr>
            <a:lvl9pPr marL="1440815" indent="0">
              <a:buNone/>
              <a:defRPr sz="4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2581219" y="153577"/>
            <a:ext cx="777747" cy="2444552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247977" y="153577"/>
            <a:ext cx="2288155" cy="2444552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247977" y="153577"/>
            <a:ext cx="3110989" cy="5575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247977" y="767887"/>
            <a:ext cx="3110989" cy="18302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247977" y="2673582"/>
            <a:ext cx="811561" cy="15357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1194799" y="2673582"/>
            <a:ext cx="1217343" cy="15357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2547405" y="2673582"/>
            <a:ext cx="811561" cy="15357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60045" rtl="0" eaLnBrk="1" latinLnBrk="0" hangingPunct="1">
        <a:lnSpc>
          <a:spcPct val="90000"/>
        </a:lnSpc>
        <a:spcBef>
          <a:spcPct val="0"/>
        </a:spcBef>
        <a:buNone/>
        <a:defRPr sz="173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805" indent="-90805" algn="l" defTabSz="360045" rtl="0" eaLnBrk="1" latinLnBrk="0" hangingPunct="1">
        <a:lnSpc>
          <a:spcPct val="90000"/>
        </a:lnSpc>
        <a:spcBef>
          <a:spcPct val="78000"/>
        </a:spcBef>
        <a:buFont typeface="Arial" panose="020B0604020202020204" pitchFamily="34" charset="0"/>
        <a:buChar char="•"/>
        <a:defRPr sz="1110" kern="1200">
          <a:solidFill>
            <a:schemeClr val="tx1"/>
          </a:solidFill>
          <a:latin typeface="+mn-lt"/>
          <a:ea typeface="+mn-ea"/>
          <a:cs typeface="+mn-cs"/>
        </a:defRPr>
      </a:lvl1pPr>
      <a:lvl2pPr marL="270510" indent="-90805" algn="l" defTabSz="360045" rtl="0" eaLnBrk="1" latinLnBrk="0" hangingPunct="1">
        <a:lnSpc>
          <a:spcPct val="90000"/>
        </a:lnSpc>
        <a:spcBef>
          <a:spcPct val="39000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1485" indent="-90805" algn="l" defTabSz="360045" rtl="0" eaLnBrk="1" latinLnBrk="0" hangingPunct="1">
        <a:lnSpc>
          <a:spcPct val="90000"/>
        </a:lnSpc>
        <a:spcBef>
          <a:spcPct val="39000"/>
        </a:spcBef>
        <a:buFont typeface="Arial" panose="020B0604020202020204" pitchFamily="34" charset="0"/>
        <a:buChar char="•"/>
        <a:defRPr sz="790" kern="1200">
          <a:solidFill>
            <a:schemeClr val="tx1"/>
          </a:solidFill>
          <a:latin typeface="+mn-lt"/>
          <a:ea typeface="+mn-ea"/>
          <a:cs typeface="+mn-cs"/>
        </a:defRPr>
      </a:lvl3pPr>
      <a:lvl4pPr marL="631190" indent="-90805" algn="l" defTabSz="360045" rtl="0" eaLnBrk="1" latinLnBrk="0" hangingPunct="1">
        <a:lnSpc>
          <a:spcPct val="90000"/>
        </a:lnSpc>
        <a:spcBef>
          <a:spcPct val="39000"/>
        </a:spcBef>
        <a:buFont typeface="Arial" panose="020B0604020202020204" pitchFamily="34" charset="0"/>
        <a:buChar char="•"/>
        <a:defRPr sz="715" kern="1200">
          <a:solidFill>
            <a:schemeClr val="tx1"/>
          </a:solidFill>
          <a:latin typeface="+mn-lt"/>
          <a:ea typeface="+mn-ea"/>
          <a:cs typeface="+mn-cs"/>
        </a:defRPr>
      </a:lvl4pPr>
      <a:lvl5pPr marL="811530" indent="-90805" algn="l" defTabSz="360045" rtl="0" eaLnBrk="1" latinLnBrk="0" hangingPunct="1">
        <a:lnSpc>
          <a:spcPct val="90000"/>
        </a:lnSpc>
        <a:spcBef>
          <a:spcPct val="39000"/>
        </a:spcBef>
        <a:buFont typeface="Arial" panose="020B0604020202020204" pitchFamily="34" charset="0"/>
        <a:buChar char="•"/>
        <a:defRPr sz="715" kern="1200">
          <a:solidFill>
            <a:schemeClr val="tx1"/>
          </a:solidFill>
          <a:latin typeface="+mn-lt"/>
          <a:ea typeface="+mn-ea"/>
          <a:cs typeface="+mn-cs"/>
        </a:defRPr>
      </a:lvl5pPr>
      <a:lvl6pPr marL="989965" indent="-90805" algn="l" defTabSz="360045" rtl="0" eaLnBrk="1" latinLnBrk="0" hangingPunct="1">
        <a:lnSpc>
          <a:spcPct val="90000"/>
        </a:lnSpc>
        <a:spcBef>
          <a:spcPct val="39000"/>
        </a:spcBef>
        <a:buFont typeface="Arial" panose="020B0604020202020204" pitchFamily="34" charset="0"/>
        <a:buChar char="•"/>
        <a:defRPr sz="715" kern="1200">
          <a:solidFill>
            <a:schemeClr val="tx1"/>
          </a:solidFill>
          <a:latin typeface="+mn-lt"/>
          <a:ea typeface="+mn-ea"/>
          <a:cs typeface="+mn-cs"/>
        </a:defRPr>
      </a:lvl6pPr>
      <a:lvl7pPr marL="1170940" indent="-90805" algn="l" defTabSz="360045" rtl="0" eaLnBrk="1" latinLnBrk="0" hangingPunct="1">
        <a:lnSpc>
          <a:spcPct val="90000"/>
        </a:lnSpc>
        <a:spcBef>
          <a:spcPct val="39000"/>
        </a:spcBef>
        <a:buFont typeface="Arial" panose="020B0604020202020204" pitchFamily="34" charset="0"/>
        <a:buChar char="•"/>
        <a:defRPr sz="715" kern="1200">
          <a:solidFill>
            <a:schemeClr val="tx1"/>
          </a:solidFill>
          <a:latin typeface="+mn-lt"/>
          <a:ea typeface="+mn-ea"/>
          <a:cs typeface="+mn-cs"/>
        </a:defRPr>
      </a:lvl7pPr>
      <a:lvl8pPr marL="1351915" indent="-90805" algn="l" defTabSz="360045" rtl="0" eaLnBrk="1" latinLnBrk="0" hangingPunct="1">
        <a:lnSpc>
          <a:spcPct val="90000"/>
        </a:lnSpc>
        <a:spcBef>
          <a:spcPct val="39000"/>
        </a:spcBef>
        <a:buFont typeface="Arial" panose="020B0604020202020204" pitchFamily="34" charset="0"/>
        <a:buChar char="•"/>
        <a:defRPr sz="715" kern="1200">
          <a:solidFill>
            <a:schemeClr val="tx1"/>
          </a:solidFill>
          <a:latin typeface="+mn-lt"/>
          <a:ea typeface="+mn-ea"/>
          <a:cs typeface="+mn-cs"/>
        </a:defRPr>
      </a:lvl8pPr>
      <a:lvl9pPr marL="1532890" indent="-90805" algn="l" defTabSz="360045" rtl="0" eaLnBrk="1" latinLnBrk="0" hangingPunct="1">
        <a:lnSpc>
          <a:spcPct val="90000"/>
        </a:lnSpc>
        <a:spcBef>
          <a:spcPct val="39000"/>
        </a:spcBef>
        <a:buFont typeface="Arial" panose="020B0604020202020204" pitchFamily="34" charset="0"/>
        <a:buChar char="•"/>
        <a:defRPr sz="71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360045" rtl="0" eaLnBrk="1" latinLnBrk="0" hangingPunct="1">
        <a:defRPr sz="715" kern="1200">
          <a:solidFill>
            <a:schemeClr val="tx1"/>
          </a:solidFill>
          <a:latin typeface="+mn-lt"/>
          <a:ea typeface="+mn-ea"/>
          <a:cs typeface="+mn-cs"/>
        </a:defRPr>
      </a:lvl1pPr>
      <a:lvl2pPr marL="180340" algn="l" defTabSz="360045" rtl="0" eaLnBrk="1" latinLnBrk="0" hangingPunct="1">
        <a:defRPr sz="715" kern="1200">
          <a:solidFill>
            <a:schemeClr val="tx1"/>
          </a:solidFill>
          <a:latin typeface="+mn-lt"/>
          <a:ea typeface="+mn-ea"/>
          <a:cs typeface="+mn-cs"/>
        </a:defRPr>
      </a:lvl2pPr>
      <a:lvl3pPr marL="360045" algn="l" defTabSz="360045" rtl="0" eaLnBrk="1" latinLnBrk="0" hangingPunct="1">
        <a:defRPr sz="715" kern="1200">
          <a:solidFill>
            <a:schemeClr val="tx1"/>
          </a:solidFill>
          <a:latin typeface="+mn-lt"/>
          <a:ea typeface="+mn-ea"/>
          <a:cs typeface="+mn-cs"/>
        </a:defRPr>
      </a:lvl3pPr>
      <a:lvl4pPr marL="540385" algn="l" defTabSz="360045" rtl="0" eaLnBrk="1" latinLnBrk="0" hangingPunct="1">
        <a:defRPr sz="715" kern="1200">
          <a:solidFill>
            <a:schemeClr val="tx1"/>
          </a:solidFill>
          <a:latin typeface="+mn-lt"/>
          <a:ea typeface="+mn-ea"/>
          <a:cs typeface="+mn-cs"/>
        </a:defRPr>
      </a:lvl4pPr>
      <a:lvl5pPr marL="720725" algn="l" defTabSz="360045" rtl="0" eaLnBrk="1" latinLnBrk="0" hangingPunct="1">
        <a:defRPr sz="715" kern="1200">
          <a:solidFill>
            <a:schemeClr val="tx1"/>
          </a:solidFill>
          <a:latin typeface="+mn-lt"/>
          <a:ea typeface="+mn-ea"/>
          <a:cs typeface="+mn-cs"/>
        </a:defRPr>
      </a:lvl5pPr>
      <a:lvl6pPr marL="901700" algn="l" defTabSz="360045" rtl="0" eaLnBrk="1" latinLnBrk="0" hangingPunct="1">
        <a:defRPr sz="715" kern="1200">
          <a:solidFill>
            <a:schemeClr val="tx1"/>
          </a:solidFill>
          <a:latin typeface="+mn-lt"/>
          <a:ea typeface="+mn-ea"/>
          <a:cs typeface="+mn-cs"/>
        </a:defRPr>
      </a:lvl6pPr>
      <a:lvl7pPr marL="1080770" algn="l" defTabSz="360045" rtl="0" eaLnBrk="1" latinLnBrk="0" hangingPunct="1">
        <a:defRPr sz="715" kern="1200">
          <a:solidFill>
            <a:schemeClr val="tx1"/>
          </a:solidFill>
          <a:latin typeface="+mn-lt"/>
          <a:ea typeface="+mn-ea"/>
          <a:cs typeface="+mn-cs"/>
        </a:defRPr>
      </a:lvl7pPr>
      <a:lvl8pPr marL="1261745" algn="l" defTabSz="360045" rtl="0" eaLnBrk="1" latinLnBrk="0" hangingPunct="1">
        <a:defRPr sz="715" kern="1200">
          <a:solidFill>
            <a:schemeClr val="tx1"/>
          </a:solidFill>
          <a:latin typeface="+mn-lt"/>
          <a:ea typeface="+mn-ea"/>
          <a:cs typeface="+mn-cs"/>
        </a:defRPr>
      </a:lvl8pPr>
      <a:lvl9pPr marL="1440815" algn="l" defTabSz="360045" rtl="0" eaLnBrk="1" latinLnBrk="0" hangingPunct="1">
        <a:defRPr sz="7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.emf"/><Relationship Id="rId1" Type="http://schemas.openxmlformats.org/officeDocument/2006/relationships/tags" Target="../tags/tag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 descr="Figure 2(A)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rcRect l="8415" t="5226" r="12365" b="13275"/>
          <a:stretch>
            <a:fillRect/>
          </a:stretch>
        </p:blipFill>
        <p:spPr>
          <a:xfrm>
            <a:off x="168478" y="262393"/>
            <a:ext cx="3240000" cy="2585285"/>
          </a:xfrm>
          <a:prstGeom prst="rect">
            <a:avLst/>
          </a:prstGeom>
        </p:spPr>
      </p:pic>
      <p:sp>
        <p:nvSpPr>
          <p:cNvPr id="15" name="文本框 14"/>
          <p:cNvSpPr txBox="1"/>
          <p:nvPr/>
        </p:nvSpPr>
        <p:spPr>
          <a:xfrm>
            <a:off x="67945" y="20955"/>
            <a:ext cx="1580515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altLang="zh-CN" sz="1000">
                <a:latin typeface="Times New Roman" panose="02020603050405020304" charset="0"/>
                <a:cs typeface="Times New Roman" panose="02020603050405020304" charset="0"/>
                <a:sym typeface="+mn-ea"/>
              </a:rPr>
              <a:t>Taukim Xu, et.al. Fig. 3. </a:t>
            </a:r>
            <a:endParaRPr lang="en-US" altLang="zh-CN" sz="1000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419.8974015748032,&quot;left&quot;:3.086220472440945,&quot;top&quot;:16.64314960629921,&quot;width&quot;:504.85173228346446}"/>
</p:tagLst>
</file>

<file path=ppt/tags/tag2.xml><?xml version="1.0" encoding="utf-8"?>
<p:tagLst xmlns:p="http://schemas.openxmlformats.org/presentationml/2006/main">
  <p:tag name="commondata" val="eyJoZGlkIjoiMWU4NTYwNDRjODQ2YTFjZWMxNzg1ZTdjYzJmZWI4OGQifQ==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</Words>
  <Application>WPS 演示</Application>
  <PresentationFormat>宽屏</PresentationFormat>
  <Paragraphs>2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宋体</vt:lpstr>
      <vt:lpstr>Wingdings</vt:lpstr>
      <vt:lpstr>Times New Roman</vt:lpstr>
      <vt:lpstr>微软雅黑</vt:lpstr>
      <vt:lpstr>Arial Unicode MS</vt:lpstr>
      <vt:lpstr>Calibri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taojin xu</dc:creator>
  <cp:lastModifiedBy>Taukim Xu-じょ　とうきん</cp:lastModifiedBy>
  <cp:revision>108</cp:revision>
  <dcterms:created xsi:type="dcterms:W3CDTF">2023-08-09T12:44:00Z</dcterms:created>
  <dcterms:modified xsi:type="dcterms:W3CDTF">2025-12-23T07:47:59Z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3B0086CAF875411CACBDA13AB9801EF4_13</vt:lpwstr>
  </property>
  <property fmtid="{D5CDD505-2E9C-101B-9397-08002B2CF9AE}" pid="3" name="KSOProductBuildVer">
    <vt:lpwstr>2052-12.1.0.24034</vt:lpwstr>
  </property>
</Properties>
</file>